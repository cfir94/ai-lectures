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64841ac0434912" /><Relationship Type="http://schemas.openxmlformats.org/officeDocument/2006/relationships/extended-properties" Target="/docProps/app.xml" Id="R09d4e721df3647d3" /><Relationship Type="http://schemas.openxmlformats.org/officeDocument/2006/relationships/officeDocument" Target="/ppt/presentation.xml" Id="Rda3635703c3a4093" /></Relationships>
</file>

<file path=ppt/presentation.xml><?xml version="1.0" encoding="utf-8"?>
<p:presentation xmlns:p="http://schemas.openxmlformats.org/presentationml/2006/main">
  <p:sldMasterIdLst>
    <p:sldMasterId xmlns:r="http://schemas.openxmlformats.org/officeDocument/2006/relationships" id="2147483648" r:id="Rbe0e1d02551949ed"/>
  </p:sldMasterIdLst>
  <p:notesMasterIdLst>
    <p:notesMasterId xmlns:r="http://schemas.openxmlformats.org/officeDocument/2006/relationships" r:id="Rc710eaa49cfa4ee9"/>
  </p:notesMasterIdLst>
  <p:sldIdLst>
    <p:sldId xmlns:r="http://schemas.openxmlformats.org/officeDocument/2006/relationships" id="256" r:id="R3f1c20488f9d4a46"/>
    <p:sldId xmlns:r="http://schemas.openxmlformats.org/officeDocument/2006/relationships" id="257" r:id="R39acffa17d7f4377"/>
    <p:sldId xmlns:r="http://schemas.openxmlformats.org/officeDocument/2006/relationships" id="258" r:id="R2976625ea2124ed8"/>
    <p:sldId xmlns:r="http://schemas.openxmlformats.org/officeDocument/2006/relationships" id="259" r:id="R37a69d6396214b45"/>
    <p:sldId xmlns:r="http://schemas.openxmlformats.org/officeDocument/2006/relationships" id="260" r:id="R5603ff1ad7014e87"/>
    <p:sldId xmlns:r="http://schemas.openxmlformats.org/officeDocument/2006/relationships" id="261" r:id="R1d0af89329704d9c"/>
    <p:sldId xmlns:r="http://schemas.openxmlformats.org/officeDocument/2006/relationships" id="262" r:id="R67645332bbf04629"/>
    <p:sldId xmlns:r="http://schemas.openxmlformats.org/officeDocument/2006/relationships" id="263" r:id="R040545c24b734569"/>
    <p:sldId xmlns:r="http://schemas.openxmlformats.org/officeDocument/2006/relationships" id="264" r:id="Re62d222b28f940c8"/>
    <p:sldId xmlns:r="http://schemas.openxmlformats.org/officeDocument/2006/relationships" id="265" r:id="R637478e00f6e46a8"/>
    <p:sldId xmlns:r="http://schemas.openxmlformats.org/officeDocument/2006/relationships" id="266" r:id="R3552ff48e4804294"/>
    <p:sldId xmlns:r="http://schemas.openxmlformats.org/officeDocument/2006/relationships" id="267" r:id="R25cd612bc7e04800"/>
    <p:sldId xmlns:r="http://schemas.openxmlformats.org/officeDocument/2006/relationships" id="268" r:id="R8c5779e6b51648fd"/>
    <p:sldId xmlns:r="http://schemas.openxmlformats.org/officeDocument/2006/relationships" id="269" r:id="R69650e74ac3240cb"/>
    <p:sldId xmlns:r="http://schemas.openxmlformats.org/officeDocument/2006/relationships" id="270" r:id="R76a167ff2fa249ef"/>
    <p:sldId xmlns:r="http://schemas.openxmlformats.org/officeDocument/2006/relationships" id="271" r:id="R6e7c6a6214ad4eb7"/>
    <p:sldId xmlns:r="http://schemas.openxmlformats.org/officeDocument/2006/relationships" id="272" r:id="R68139f02004340b9"/>
    <p:sldId xmlns:r="http://schemas.openxmlformats.org/officeDocument/2006/relationships" id="273" r:id="R6be1e71172aa43d8"/>
    <p:sldId xmlns:r="http://schemas.openxmlformats.org/officeDocument/2006/relationships" id="274" r:id="Rcb57ef3e03bd402f"/>
    <p:sldId xmlns:r="http://schemas.openxmlformats.org/officeDocument/2006/relationships" id="275" r:id="Rdc8ef4b88e8b40a0"/>
    <p:sldId xmlns:r="http://schemas.openxmlformats.org/officeDocument/2006/relationships" id="276" r:id="Rf0a0ad85cad04481"/>
    <p:sldId xmlns:r="http://schemas.openxmlformats.org/officeDocument/2006/relationships" id="277" r:id="R3372c10b98b743bc"/>
    <p:sldId xmlns:r="http://schemas.openxmlformats.org/officeDocument/2006/relationships" id="278" r:id="R56c375eb3d5542f1"/>
    <p:sldId xmlns:r="http://schemas.openxmlformats.org/officeDocument/2006/relationships" id="279" r:id="Rc93c4eb3cb624657"/>
    <p:sldId xmlns:r="http://schemas.openxmlformats.org/officeDocument/2006/relationships" id="280" r:id="R8707a196bf3548b0"/>
    <p:sldId xmlns:r="http://schemas.openxmlformats.org/officeDocument/2006/relationships" id="281" r:id="Rc544d3e404c94944"/>
    <p:sldId xmlns:r="http://schemas.openxmlformats.org/officeDocument/2006/relationships" id="282" r:id="R3de9c1a2ae6b45b9"/>
    <p:sldId xmlns:r="http://schemas.openxmlformats.org/officeDocument/2006/relationships" id="283" r:id="Rb540a491b5644a65"/>
    <p:sldId xmlns:r="http://schemas.openxmlformats.org/officeDocument/2006/relationships" id="284" r:id="R374b0e9c6d9c4ad0"/>
    <p:sldId xmlns:r="http://schemas.openxmlformats.org/officeDocument/2006/relationships" id="285" r:id="R64d89b56bbf64706"/>
    <p:sldId xmlns:r="http://schemas.openxmlformats.org/officeDocument/2006/relationships" id="286" r:id="R3a6a7244320d4690"/>
    <p:sldId xmlns:r="http://schemas.openxmlformats.org/officeDocument/2006/relationships" id="287" r:id="Ra756c72fe4a34b1c"/>
    <p:sldId xmlns:r="http://schemas.openxmlformats.org/officeDocument/2006/relationships" id="288" r:id="R63109fb946c44f89"/>
    <p:sldId xmlns:r="http://schemas.openxmlformats.org/officeDocument/2006/relationships" id="289" r:id="R15207664d8904c19"/>
    <p:sldId xmlns:r="http://schemas.openxmlformats.org/officeDocument/2006/relationships" id="290" r:id="R118136391b8c40de"/>
    <p:sldId xmlns:r="http://schemas.openxmlformats.org/officeDocument/2006/relationships" id="291" r:id="Redff382884754f10"/>
    <p:sldId xmlns:r="http://schemas.openxmlformats.org/officeDocument/2006/relationships" id="292" r:id="R9f3efb425a644c77"/>
    <p:sldId xmlns:r="http://schemas.openxmlformats.org/officeDocument/2006/relationships" id="293" r:id="R0a45b5796a1641c0"/>
    <p:sldId xmlns:r="http://schemas.openxmlformats.org/officeDocument/2006/relationships" id="294" r:id="R82960be32eed468f"/>
    <p:sldId xmlns:r="http://schemas.openxmlformats.org/officeDocument/2006/relationships" id="295" r:id="Rb164f1de40a7448f"/>
    <p:sldId xmlns:r="http://schemas.openxmlformats.org/officeDocument/2006/relationships" id="296" r:id="R2708778c97144ed7"/>
    <p:sldId xmlns:r="http://schemas.openxmlformats.org/officeDocument/2006/relationships" id="297" r:id="Ra259e4cd82ea46f8"/>
    <p:sldId xmlns:r="http://schemas.openxmlformats.org/officeDocument/2006/relationships" id="298" r:id="R37ba1c78153a482c"/>
    <p:sldId xmlns:r="http://schemas.openxmlformats.org/officeDocument/2006/relationships" id="299" r:id="R30a4b0dbf9d64849"/>
    <p:sldId xmlns:r="http://schemas.openxmlformats.org/officeDocument/2006/relationships" id="300" r:id="R503e52aa30ea41a4"/>
    <p:sldId xmlns:r="http://schemas.openxmlformats.org/officeDocument/2006/relationships" id="301" r:id="R468f56d13cb94e49"/>
    <p:sldId xmlns:r="http://schemas.openxmlformats.org/officeDocument/2006/relationships" id="302" r:id="R6826d1ee9a2a4296"/>
    <p:sldId xmlns:r="http://schemas.openxmlformats.org/officeDocument/2006/relationships" id="303" r:id="R543c44dfd8d646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36c0a925db49a5" /><Relationship Type="http://schemas.openxmlformats.org/officeDocument/2006/relationships/slideMaster" Target="/ppt/slideMasters/slideMaster1.xml" Id="Rbe0e1d02551949ed" /><Relationship Type="http://schemas.openxmlformats.org/officeDocument/2006/relationships/notesMaster" Target="/ppt/notesMasters/notesMaster1.xml" Id="Rc710eaa49cfa4ee9" /><Relationship Type="http://schemas.openxmlformats.org/officeDocument/2006/relationships/presProps" Target="/ppt/presProps.xml" Id="Ra0a0a14b61754bc8" /><Relationship Type="http://schemas.openxmlformats.org/officeDocument/2006/relationships/tableStyles" Target="/ppt/tableStyles.xml" Id="R6b18d8cfed7e4177" /><Relationship Type="http://schemas.openxmlformats.org/officeDocument/2006/relationships/slide" Target="/ppt/slides/slide1.xml" Id="R3f1c20488f9d4a46" /><Relationship Type="http://schemas.openxmlformats.org/officeDocument/2006/relationships/slide" Target="/ppt/slides/slide2.xml" Id="R39acffa17d7f4377" /><Relationship Type="http://schemas.openxmlformats.org/officeDocument/2006/relationships/slide" Target="/ppt/slides/slide3.xml" Id="R2976625ea2124ed8" /><Relationship Type="http://schemas.openxmlformats.org/officeDocument/2006/relationships/slide" Target="/ppt/slides/slide4.xml" Id="R37a69d6396214b45" /><Relationship Type="http://schemas.openxmlformats.org/officeDocument/2006/relationships/slide" Target="/ppt/slides/slide5.xml" Id="R5603ff1ad7014e87" /><Relationship Type="http://schemas.openxmlformats.org/officeDocument/2006/relationships/slide" Target="/ppt/slides/slide6.xml" Id="R1d0af89329704d9c" /><Relationship Type="http://schemas.openxmlformats.org/officeDocument/2006/relationships/slide" Target="/ppt/slides/slide7.xml" Id="R67645332bbf04629" /><Relationship Type="http://schemas.openxmlformats.org/officeDocument/2006/relationships/slide" Target="/ppt/slides/slide8.xml" Id="R040545c24b734569" /><Relationship Type="http://schemas.openxmlformats.org/officeDocument/2006/relationships/slide" Target="/ppt/slides/slide9.xml" Id="Re62d222b28f940c8" /><Relationship Type="http://schemas.openxmlformats.org/officeDocument/2006/relationships/slide" Target="/ppt/slides/slide10.xml" Id="R637478e00f6e46a8" /><Relationship Type="http://schemas.openxmlformats.org/officeDocument/2006/relationships/slide" Target="/ppt/slides/slide11.xml" Id="R3552ff48e4804294" /><Relationship Type="http://schemas.openxmlformats.org/officeDocument/2006/relationships/slide" Target="/ppt/slides/slide12.xml" Id="R25cd612bc7e04800" /><Relationship Type="http://schemas.openxmlformats.org/officeDocument/2006/relationships/slide" Target="/ppt/slides/slide13.xml" Id="R8c5779e6b51648fd" /><Relationship Type="http://schemas.openxmlformats.org/officeDocument/2006/relationships/slide" Target="/ppt/slides/slide14.xml" Id="R69650e74ac3240cb" /><Relationship Type="http://schemas.openxmlformats.org/officeDocument/2006/relationships/slide" Target="/ppt/slides/slide15.xml" Id="R76a167ff2fa249ef" /><Relationship Type="http://schemas.openxmlformats.org/officeDocument/2006/relationships/slide" Target="/ppt/slides/slide16.xml" Id="R6e7c6a6214ad4eb7" /><Relationship Type="http://schemas.openxmlformats.org/officeDocument/2006/relationships/slide" Target="/ppt/slides/slide17.xml" Id="R68139f02004340b9" /><Relationship Type="http://schemas.openxmlformats.org/officeDocument/2006/relationships/slide" Target="/ppt/slides/slide18.xml" Id="R6be1e71172aa43d8" /><Relationship Type="http://schemas.openxmlformats.org/officeDocument/2006/relationships/slide" Target="/ppt/slides/slide19.xml" Id="Rcb57ef3e03bd402f" /><Relationship Type="http://schemas.openxmlformats.org/officeDocument/2006/relationships/slide" Target="/ppt/slides/slide20.xml" Id="Rdc8ef4b88e8b40a0" /><Relationship Type="http://schemas.openxmlformats.org/officeDocument/2006/relationships/slide" Target="/ppt/slides/slide21.xml" Id="Rf0a0ad85cad04481" /><Relationship Type="http://schemas.openxmlformats.org/officeDocument/2006/relationships/slide" Target="/ppt/slides/slide22.xml" Id="R3372c10b98b743bc" /><Relationship Type="http://schemas.openxmlformats.org/officeDocument/2006/relationships/slide" Target="/ppt/slides/slide23.xml" Id="R56c375eb3d5542f1" /><Relationship Type="http://schemas.openxmlformats.org/officeDocument/2006/relationships/slide" Target="/ppt/slides/slide24.xml" Id="Rc93c4eb3cb624657" /><Relationship Type="http://schemas.openxmlformats.org/officeDocument/2006/relationships/slide" Target="/ppt/slides/slide25.xml" Id="R8707a196bf3548b0" /><Relationship Type="http://schemas.openxmlformats.org/officeDocument/2006/relationships/slide" Target="/ppt/slides/slide26.xml" Id="Rc544d3e404c94944" /><Relationship Type="http://schemas.openxmlformats.org/officeDocument/2006/relationships/slide" Target="/ppt/slides/slide27.xml" Id="R3de9c1a2ae6b45b9" /><Relationship Type="http://schemas.openxmlformats.org/officeDocument/2006/relationships/slide" Target="/ppt/slides/slide28.xml" Id="Rb540a491b5644a65" /><Relationship Type="http://schemas.openxmlformats.org/officeDocument/2006/relationships/slide" Target="/ppt/slides/slide29.xml" Id="R374b0e9c6d9c4ad0" /><Relationship Type="http://schemas.openxmlformats.org/officeDocument/2006/relationships/slide" Target="/ppt/slides/slide30.xml" Id="R64d89b56bbf64706" /><Relationship Type="http://schemas.openxmlformats.org/officeDocument/2006/relationships/slide" Target="/ppt/slides/slide31.xml" Id="R3a6a7244320d4690" /><Relationship Type="http://schemas.openxmlformats.org/officeDocument/2006/relationships/slide" Target="/ppt/slides/slide32.xml" Id="Ra756c72fe4a34b1c" /><Relationship Type="http://schemas.openxmlformats.org/officeDocument/2006/relationships/slide" Target="/ppt/slides/slide33.xml" Id="R63109fb946c44f89" /><Relationship Type="http://schemas.openxmlformats.org/officeDocument/2006/relationships/slide" Target="/ppt/slides/slide34.xml" Id="R15207664d8904c19" /><Relationship Type="http://schemas.openxmlformats.org/officeDocument/2006/relationships/slide" Target="/ppt/slides/slide35.xml" Id="R118136391b8c40de" /><Relationship Type="http://schemas.openxmlformats.org/officeDocument/2006/relationships/slide" Target="/ppt/slides/slide36.xml" Id="Redff382884754f10" /><Relationship Type="http://schemas.openxmlformats.org/officeDocument/2006/relationships/slide" Target="/ppt/slides/slide37.xml" Id="R9f3efb425a644c77" /><Relationship Type="http://schemas.openxmlformats.org/officeDocument/2006/relationships/slide" Target="/ppt/slides/slide38.xml" Id="R0a45b5796a1641c0" /><Relationship Type="http://schemas.openxmlformats.org/officeDocument/2006/relationships/slide" Target="/ppt/slides/slide39.xml" Id="R82960be32eed468f" /><Relationship Type="http://schemas.openxmlformats.org/officeDocument/2006/relationships/slide" Target="/ppt/slides/slide40.xml" Id="Rb164f1de40a7448f" /><Relationship Type="http://schemas.openxmlformats.org/officeDocument/2006/relationships/slide" Target="/ppt/slides/slide41.xml" Id="R2708778c97144ed7" /><Relationship Type="http://schemas.openxmlformats.org/officeDocument/2006/relationships/slide" Target="/ppt/slides/slide42.xml" Id="Ra259e4cd82ea46f8" /><Relationship Type="http://schemas.openxmlformats.org/officeDocument/2006/relationships/slide" Target="/ppt/slides/slide43.xml" Id="R37ba1c78153a482c" /><Relationship Type="http://schemas.openxmlformats.org/officeDocument/2006/relationships/slide" Target="/ppt/slides/slide44.xml" Id="R30a4b0dbf9d64849" /><Relationship Type="http://schemas.openxmlformats.org/officeDocument/2006/relationships/slide" Target="/ppt/slides/slide45.xml" Id="R503e52aa30ea41a4" /><Relationship Type="http://schemas.openxmlformats.org/officeDocument/2006/relationships/slide" Target="/ppt/slides/slide46.xml" Id="R468f56d13cb94e49" /><Relationship Type="http://schemas.openxmlformats.org/officeDocument/2006/relationships/slide" Target="/ppt/slides/slide47.xml" Id="R6826d1ee9a2a4296" /><Relationship Type="http://schemas.openxmlformats.org/officeDocument/2006/relationships/slide" Target="/ppt/slides/slide48.xml" Id="R543c44dfd8d646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c69d41653545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4998f0f35c4597" /><Relationship Type="http://schemas.openxmlformats.org/officeDocument/2006/relationships/notesMaster" Target="/ppt/notesMasters/notesMaster1.xml" Id="R62c1c8aa89224a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1af74415e845e6" /><Relationship Type="http://schemas.openxmlformats.org/officeDocument/2006/relationships/notesMaster" Target="/ppt/notesMasters/notesMaster1.xml" Id="R408bd44155754a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ad978057904316" /><Relationship Type="http://schemas.openxmlformats.org/officeDocument/2006/relationships/notesMaster" Target="/ppt/notesMasters/notesMaster1.xml" Id="R410a4fc8f8fc45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6b5dba3a164399" /><Relationship Type="http://schemas.openxmlformats.org/officeDocument/2006/relationships/notesMaster" Target="/ppt/notesMasters/notesMaster1.xml" Id="R3776fe5fc6ef41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3994606c6246ac" /><Relationship Type="http://schemas.openxmlformats.org/officeDocument/2006/relationships/notesMaster" Target="/ppt/notesMasters/notesMaster1.xml" Id="R8f8b4ec7513e4e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d89eb8700c4a52" /><Relationship Type="http://schemas.openxmlformats.org/officeDocument/2006/relationships/notesMaster" Target="/ppt/notesMasters/notesMaster1.xml" Id="R5c93554a5e934a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58ab6f48614fb7" /><Relationship Type="http://schemas.openxmlformats.org/officeDocument/2006/relationships/notesMaster" Target="/ppt/notesMasters/notesMaster1.xml" Id="R295b5902058547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c6ad630b1a4d75" /><Relationship Type="http://schemas.openxmlformats.org/officeDocument/2006/relationships/notesMaster" Target="/ppt/notesMasters/notesMaster1.xml" Id="R9e0ff8a0fc254e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84f9ad1ed7494f" /><Relationship Type="http://schemas.openxmlformats.org/officeDocument/2006/relationships/notesMaster" Target="/ppt/notesMasters/notesMaster1.xml" Id="Rfb74595f50c04c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83f50a3f5948ef" /><Relationship Type="http://schemas.openxmlformats.org/officeDocument/2006/relationships/notesMaster" Target="/ppt/notesMasters/notesMaster1.xml" Id="R80d5dc3e512a41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22bcc4cfb34979" /><Relationship Type="http://schemas.openxmlformats.org/officeDocument/2006/relationships/notesMaster" Target="/ppt/notesMasters/notesMaster1.xml" Id="R95ea30374b2c4b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4168b367244d4c" /><Relationship Type="http://schemas.openxmlformats.org/officeDocument/2006/relationships/notesMaster" Target="/ppt/notesMasters/notesMaster1.xml" Id="R60d40c515f134e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56a706fb4d4362" /><Relationship Type="http://schemas.openxmlformats.org/officeDocument/2006/relationships/notesMaster" Target="/ppt/notesMasters/notesMaster1.xml" Id="R34429c0490f141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f95c3eefef4b85" /><Relationship Type="http://schemas.openxmlformats.org/officeDocument/2006/relationships/notesMaster" Target="/ppt/notesMasters/notesMaster1.xml" Id="Rc798000a3395487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d588ad890c4455c" /><Relationship Type="http://schemas.openxmlformats.org/officeDocument/2006/relationships/notesMaster" Target="/ppt/notesMasters/notesMaster1.xml" Id="R4f9446d0f0ca4d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56c098a1cc472f" /><Relationship Type="http://schemas.openxmlformats.org/officeDocument/2006/relationships/notesMaster" Target="/ppt/notesMasters/notesMaster1.xml" Id="Rf94d74d9a874438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69948f82734378" /><Relationship Type="http://schemas.openxmlformats.org/officeDocument/2006/relationships/notesMaster" Target="/ppt/notesMasters/notesMaster1.xml" Id="Rde28fca4305540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3a9eaa237f4e8c" /><Relationship Type="http://schemas.openxmlformats.org/officeDocument/2006/relationships/notesMaster" Target="/ppt/notesMasters/notesMaster1.xml" Id="Rdb09c55da5cd41a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b2807efb9243a7" /><Relationship Type="http://schemas.openxmlformats.org/officeDocument/2006/relationships/notesMaster" Target="/ppt/notesMasters/notesMaster1.xml" Id="Rccbd2bb2e1ff4a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e3c69bb72d340f8" /><Relationship Type="http://schemas.openxmlformats.org/officeDocument/2006/relationships/notesMaster" Target="/ppt/notesMasters/notesMaster1.xml" Id="Re6692d9a84f64a9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ddc7ee2b5e24141" /><Relationship Type="http://schemas.openxmlformats.org/officeDocument/2006/relationships/notesMaster" Target="/ppt/notesMasters/notesMaster1.xml" Id="R1955226766f241c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a6eb7ef0812489c" /><Relationship Type="http://schemas.openxmlformats.org/officeDocument/2006/relationships/notesMaster" Target="/ppt/notesMasters/notesMaster1.xml" Id="R3b706226e0d748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84e97e4f5014ed3" /><Relationship Type="http://schemas.openxmlformats.org/officeDocument/2006/relationships/notesMaster" Target="/ppt/notesMasters/notesMaster1.xml" Id="Rc8ca4a4b3371497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d5a64006af14915" /><Relationship Type="http://schemas.openxmlformats.org/officeDocument/2006/relationships/notesMaster" Target="/ppt/notesMasters/notesMaster1.xml" Id="R7fbcbbc78f7f4a2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1c8e2bee0224cad" /><Relationship Type="http://schemas.openxmlformats.org/officeDocument/2006/relationships/notesMaster" Target="/ppt/notesMasters/notesMaster1.xml" Id="Rdd5224a7ae05469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c4f18f2f644fee" /><Relationship Type="http://schemas.openxmlformats.org/officeDocument/2006/relationships/notesMaster" Target="/ppt/notesMasters/notesMaster1.xml" Id="Rf16a65c81be64c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b13c507d33b4d3a" /><Relationship Type="http://schemas.openxmlformats.org/officeDocument/2006/relationships/notesMaster" Target="/ppt/notesMasters/notesMaster1.xml" Id="R603c57de4cf246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1410574e484447f" /><Relationship Type="http://schemas.openxmlformats.org/officeDocument/2006/relationships/notesMaster" Target="/ppt/notesMasters/notesMaster1.xml" Id="R2ec6b738fa8c46b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3dfb4d337b948b1" /><Relationship Type="http://schemas.openxmlformats.org/officeDocument/2006/relationships/notesMaster" Target="/ppt/notesMasters/notesMaster1.xml" Id="R5c90eec828ed479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8b0fb6d67784261" /><Relationship Type="http://schemas.openxmlformats.org/officeDocument/2006/relationships/notesMaster" Target="/ppt/notesMasters/notesMaster1.xml" Id="R9911e15ad299456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ad5d377f45243b3" /><Relationship Type="http://schemas.openxmlformats.org/officeDocument/2006/relationships/notesMaster" Target="/ppt/notesMasters/notesMaster1.xml" Id="Rbf75f19d5b2c477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f5b678203de40d1" /><Relationship Type="http://schemas.openxmlformats.org/officeDocument/2006/relationships/notesMaster" Target="/ppt/notesMasters/notesMaster1.xml" Id="R646dbe0625374f5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5dc00db447f4aad" /><Relationship Type="http://schemas.openxmlformats.org/officeDocument/2006/relationships/notesMaster" Target="/ppt/notesMasters/notesMaster1.xml" Id="R287ad2bee1c74b0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1b659e855f246da" /><Relationship Type="http://schemas.openxmlformats.org/officeDocument/2006/relationships/notesMaster" Target="/ppt/notesMasters/notesMaster1.xml" Id="Ra88a6c89942448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7fc4284227c4efd" /><Relationship Type="http://schemas.openxmlformats.org/officeDocument/2006/relationships/notesMaster" Target="/ppt/notesMasters/notesMaster1.xml" Id="R638235a419c34f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c9706f02f3b4bbb" /><Relationship Type="http://schemas.openxmlformats.org/officeDocument/2006/relationships/notesMaster" Target="/ppt/notesMasters/notesMaster1.xml" Id="R04813bea383641b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a4bc2447f684a3e" /><Relationship Type="http://schemas.openxmlformats.org/officeDocument/2006/relationships/notesMaster" Target="/ppt/notesMasters/notesMaster1.xml" Id="R0bb23a3a9a4e43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c9b3b9dba074bae" /><Relationship Type="http://schemas.openxmlformats.org/officeDocument/2006/relationships/notesMaster" Target="/ppt/notesMasters/notesMaster1.xml" Id="R9eeee867c77d480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fa1286a7fd8465a" /><Relationship Type="http://schemas.openxmlformats.org/officeDocument/2006/relationships/notesMaster" Target="/ppt/notesMasters/notesMaster1.xml" Id="R5163cef688ad496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8075b20aacb402d" /><Relationship Type="http://schemas.openxmlformats.org/officeDocument/2006/relationships/notesMaster" Target="/ppt/notesMasters/notesMaster1.xml" Id="R25cb6590c90c4f4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3d9345c958a4239" /><Relationship Type="http://schemas.openxmlformats.org/officeDocument/2006/relationships/notesMaster" Target="/ppt/notesMasters/notesMaster1.xml" Id="Rf0c9212d5af84cf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e0e9df8194b4307" /><Relationship Type="http://schemas.openxmlformats.org/officeDocument/2006/relationships/notesMaster" Target="/ppt/notesMasters/notesMaster1.xml" Id="Rdc488fdd7fd34b5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08893f0ca664337" /><Relationship Type="http://schemas.openxmlformats.org/officeDocument/2006/relationships/notesMaster" Target="/ppt/notesMasters/notesMaster1.xml" Id="R8deb7b3ad6734c3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30bdd8632b14b78" /><Relationship Type="http://schemas.openxmlformats.org/officeDocument/2006/relationships/notesMaster" Target="/ppt/notesMasters/notesMaster1.xml" Id="R338509fb81a3458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2dfc9482300b427a" /><Relationship Type="http://schemas.openxmlformats.org/officeDocument/2006/relationships/notesMaster" Target="/ppt/notesMasters/notesMaster1.xml" Id="Rf063a943d50f4fa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a89ac3522294fe9" /><Relationship Type="http://schemas.openxmlformats.org/officeDocument/2006/relationships/notesMaster" Target="/ppt/notesMasters/notesMaster1.xml" Id="R71e5c0b1df024e5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06eede5f36544e3" /><Relationship Type="http://schemas.openxmlformats.org/officeDocument/2006/relationships/notesMaster" Target="/ppt/notesMasters/notesMaster1.xml" Id="R5e59fcbc4ef24fb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5a50a7d0cd74648" /><Relationship Type="http://schemas.openxmlformats.org/officeDocument/2006/relationships/notesMaster" Target="/ppt/notesMasters/notesMaster1.xml" Id="Ra4843edcc2dc4c57" /></Relationships>
</file>

<file path=ppt/notesSlides/notesSlide1.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r>
              <a:t/>
            </a:r>
          </a:p>
          <a:p>
            <a:pPr rtl="1"/>
            <a:r>
              <a:t>קהל: 11 משתתפים מרפואה ואדמיניסטרציה, מחשבים אישיים וללא מנוי בתשלום.</a:t>
            </a:r>
          </a:p>
          <a:p>
            <a:r>
              <a:t/>
            </a:r>
          </a:p>
          <a:p>
            <a:pPr rtl="1"/>
            <a:r>
              <a:t>איור או צילום: אסט מתוך המצגת הקיימת של המרצה, שסופק על ידו.</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00:02–00:05 | סבב מהיר, עד 15 שניות לכל משתתף: תפקיד, ניסיון קודם ומשימה חוזרת. לרשום שלוש דוגמאות ולחזור אליהן בזמן התרגול. אין לשתף שמות מטופלים או פרטי מקרה.</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00:05–00:06 | הצגה אישית קצרה. להסביר שתוצר AI הוא טיוטה, וששיקול הדעת המקצועי נשאר אצל המשתתף.</a:t>
            </a:r>
          </a:p>
          <a:p>
            <a:r>
              <a:t/>
            </a:r>
          </a:p>
          <a:p>
            <a:pPr rtl="1"/>
            <a:r>
              <a:t>קהל: 11 משתתפים מרפואה ואדמיניסטרציה, מחשבים אישיים וללא מנוי בתשלום.</a:t>
            </a:r>
          </a:p>
          <a:p>
            <a:r>
              <a:t/>
            </a:r>
          </a:p>
          <a:p>
            <a:pPr rtl="1"/>
            <a:r>
              <a:t>איור או צילום: אסט מתוך המצגת הקיימת של המרצה, שסופק על ידו.</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00:06–00:08 | להציג את שלושת תוצרי המפגש. להראות את ארבעת מפגשי הקורס במשפט אחד: היום שיחה וחיפוש, אחר כך נתונים ועוזרים, מדיה, ולבסוף כלי עבודה. המפגש הנוסף על Claude אופציונלי.</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5.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00:08–00:12 | לפתוח את דף התרגול. כל משתתף נכנס לכלי צ׳אט אחד שבו כבר יש לו חשבון. לא להירשם לארבעה כלים ולא למסור פרטי אשראי. מי שלא מצליח עובד עם שכן או צופה במרצה. להסביר שמכסת הודעות ויכולות משתנות לפי החשבון והעומס. קישורים בדף התרגול.</a:t>
            </a:r>
          </a:p>
          <a:p>
            <a:r>
              <a:t/>
            </a:r>
          </a:p>
          <a:p>
            <a:pPr rtl="1"/>
            <a:r>
              <a:t>קהל: 11 משתתפים מרפואה ואדמיניסטרציה, מחשבים אישיים וללא מנוי בתשלום.</a:t>
            </a:r>
          </a:p>
          <a:p>
            <a:pPr rtl="1"/>
            <a:r>
              <a:t>מקורות:</a:t>
            </a:r>
          </a:p>
          <a:p>
            <a:r>
              <a:t>https://help.openai.com/en/articles/8555545-file-uploads-faq</a:t>
            </a:r>
          </a:p>
          <a:p>
            <a:r>
              <a:t>https://support.claude.com/en/articles/11049762-choose-a-claude-plan</a:t>
            </a:r>
          </a:p>
          <a:p>
            <a:r>
              <a:t>https://support.microsoft.com/en-gb/microsoft-365-copilot/what-s-the-difference-between-microsoft-copilot-free-and-copilot-in-microsoft-365</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6.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00:12–00:15 | להדגיש שנעבוד על המסמכים שסופקו בערכה. שימוש אמיתי במסמכי עבודה מחייב בירור מדיניות הארגון והרשאות, גם אם הוסר שם. אין לקחת את התוצרים כהנחיות קליניות. אין להעלות תיעוד אמיתי תוך כדי השיעור.</a:t>
            </a:r>
          </a:p>
          <a:p>
            <a:r>
              <a:t/>
            </a:r>
          </a:p>
          <a:p>
            <a:pPr rtl="1"/>
            <a:r>
              <a:t>קהל: 11 משתתפים מרפואה ואדמיניסטרציה, מחשבים אישיים וללא מנוי בתשלום.</a:t>
            </a:r>
          </a:p>
          <a:p>
            <a:pPr rtl="1"/>
            <a:r>
              <a:t>מקורות:</a:t>
            </a:r>
          </a:p>
          <a:p>
            <a:r>
              <a:t>https://www.who.int/news/item/18-01-2024-who-releases-ai-ethics-and-governance-guidance-for-large-multi-modal-models</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7.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00:15–00:18 | להשתמש בדימוי של השלמת משפט לפי דפוסים. לומר שזה הסבר מפושט של יצירת טקסט: יכולות חיפוש וכלים נוספים מוסיפים מידע או פעולות, אך אינן מבטלות טעויות. אין לומר שהכלי הוא מאגר אמת.</a:t>
            </a:r>
          </a:p>
          <a:p>
            <a:r>
              <a:t/>
            </a:r>
          </a:p>
          <a:p>
            <a:pPr rtl="1"/>
            <a:r>
              <a:t>קהל: 11 משתתפים מרפואה ואדמיניסטרציה, מחשבים אישיים וללא מנוי בתשלום.</a:t>
            </a:r>
          </a:p>
          <a:p>
            <a:r>
              <a:t/>
            </a:r>
          </a:p>
          <a:p>
            <a:pPr rtl="1"/>
            <a:r>
              <a:t>איור או צילום: אסט מתוך המצגת הקיימת של המרצה, שסופק על ידו.</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8.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00:18–00:21 | הקהל מציע המשכים. לחשוף באמצעות המעבר לשקף הבא שהמשך סביר אינו בהכרח הפרט שנמצא במסמך. אפשר לשאול איזה פרט נשמע אמין אף שאין לו מקור.</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9.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00:21–00:25 | להסביר הזיות, ביטחון בניסוח ומידע חסר. לשאול מי בודק שעה, מקום ומספר. ההקבלה לתוכן רפואי היא סיכון משמעותי יותר, לא אישור לתרגל החלטות טיפוליות. מקור WHO מזהיר מפלט שגוי ומהטיית אוטומציה.</a:t>
            </a:r>
          </a:p>
          <a:p>
            <a:r>
              <a:t/>
            </a:r>
          </a:p>
          <a:p>
            <a:pPr rtl="1"/>
            <a:r>
              <a:t>קהל: 11 משתתפים מרפואה ואדמיניסטרציה, מחשבים אישיים וללא מנוי בתשלום.</a:t>
            </a:r>
          </a:p>
          <a:p>
            <a:pPr rtl="1"/>
            <a:r>
              <a:t>מקורות:</a:t>
            </a:r>
          </a:p>
          <a:p>
            <a:r>
              <a:t>https://www.who.int/news/item/18-01-2024-who-releases-ai-ethics-and-governance-guidance-for-large-multi-modal-models</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0.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00:25–00:29 | לפתוח כלי אחד ולהראות שדה כתיבה, שיחה חדשה והוספת מקור. להזכיר את ארבעת הכלים ללא דירוג גורף. אין צורך להדגים כל כלי בנפרד. כל משתתף יכול לבצע את תרגילי הטקסט בכל אחד מהם.</a:t>
            </a:r>
          </a:p>
          <a:p>
            <a:r>
              <a:t/>
            </a:r>
          </a:p>
          <a:p>
            <a:pPr rtl="1"/>
            <a:r>
              <a:t>קהל: 11 משתתפים מרפואה ואדמיניסטרציה, מחשבים אישיים וללא מנוי בתשלום.</a:t>
            </a:r>
          </a:p>
          <a:p>
            <a:pPr rtl="1"/>
            <a:r>
              <a:t>מקורות:</a:t>
            </a:r>
          </a:p>
          <a:p>
            <a:r>
              <a:t>https://help.openai.com/en/articles/8555545-file-uploads-faq</a:t>
            </a:r>
          </a:p>
          <a:p>
            <a:r>
              <a:t>https://support.claude.com/en/articles/11049762-choose-a-claude-plan</a:t>
            </a:r>
          </a:p>
          <a:p>
            <a:r>
              <a:t>https://support.microsoft.com/en-gb/microsoft-365-copilot/what-s-the-difference-between-microsoft-copilot-free-and-copilot-in-microsoft-365</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1.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00:29–00:32 | למפות: כלי צ׳אט לכתיבה; Perplexity לחיפוש; NotebookLM לעבודה על המקורות שהוספנו; Manus להדגמת משימה רב־שלבית. הגבולות אינם מוחלטים וכלים משתנים. נבחר לפי סוג התוצר והאפשרות לבדוק אותו.</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2.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00:32–00:35 | לבחור כלי צ׳אט ברירת מחדל למי שמתלבט. בחירת החשבון אינה אישור ארגוני לעבודה עם מידע רגיש. לתרגול הזה המידע פיקטיבי. אין צורך ברכישת מנוי.</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3.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00:35–00:37 | להראות המשך שיחה. הסבר קצר על הקשר: לשיחה יש מידע קודם, אך הוא לא תמיד נשמר בשלמות. כאשר פרטים חשובים, מחזירים אותם במפורש. לפתוח שיחה חדשה לדוגמה הבאה.</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4.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00:37–00:39 | להדביק P01, בלי מקור. לשאול אילו פרטים חסרים לפני ההרצה. אין תוצאה מובטחת; אם הכלי שואל שאלות, לציין שזו תגובה מועילה. אם הוא ממציא זמן או מקום, לסמן אותם.</a:t>
            </a:r>
          </a:p>
          <a:p>
            <a:r>
              <a:t/>
            </a:r>
          </a:p>
          <a:p>
            <a:pPr rtl="1"/>
            <a:r>
              <a:t>פרומפטים להעתקה</a:t>
            </a:r>
          </a:p>
          <a:p>
            <a:pPr rtl="1"/>
            <a:r>
              <a:t>P01 — בקשה קצרה לפני השיפור</a:t>
            </a:r>
          </a:p>
          <a:p>
            <a:pPr rtl="1"/>
            <a:r>
              <a:t>כתוב הודעה קצרה למטופלים על מפגש הדרכה במרפאה.</a:t>
            </a:r>
          </a:p>
          <a:p>
            <a:pPr rtl="1"/>
            <a:r>
              <a:t>בדיקה: האם נוצרו שעה, מקום או הנחיות שלא סיפקנו? גם תשובה ששואלת שאלות היא תוצאה טובה.</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5.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00:39–00:42 | להשוות את התשובה למסמך א. להראות שלא היו לנו שעה, מקום או פורמט בבקשה. התשובה אינה נעשית נכונה רק משום שהיא כתובה יפה. לא להשאיר ניסוח קליני מומצא על המסך בלי לסמן אותו.</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6.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00:42–00:45 | להדביק P02. להקריא את ההבדלים בבקשה ואת התוצאה. בדיקה צפויה: 09:00, חדר 2, הגעה 08:45, 45 דקות וללא טלפון או צום. המקור פיקטיבי. אם התשובה לא עומדת בכך, לתקן בשיחה במקום להסתיר את הכשל.</a:t>
            </a:r>
          </a:p>
          <a:p>
            <a:r>
              <a:t/>
            </a:r>
          </a:p>
          <a:p>
            <a:pPr rtl="1"/>
            <a:r>
              <a:t>פרומפטים להעתקה</a:t>
            </a:r>
          </a:p>
          <a:p>
            <a:pPr rtl="1"/>
            <a:r>
              <a:t>P02 — הודעה למטופלים ולמלווים</a:t>
            </a:r>
          </a:p>
          <a:p>
            <a:pPr rtl="1"/>
            <a:r>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מקור:</a:t>
            </a:r>
          </a:p>
          <a:p>
            <a:pPr rtl="1"/>
            <a:r>
              <a:t>מסמך א: מפגש הדרכה למטופלים ולמלווים — תרחיש פיקטיבי לתרגול בלבד</a:t>
            </a:r>
          </a:p>
          <a:p>
            <a:pPr rtl="1"/>
            <a:r>
              <a:t>גרסה 1, 01.09.2026. אין זה נוהל רפואי או מסמך של בני ציון.</a:t>
            </a:r>
          </a:p>
          <a:p>
            <a:pPr rtl="1"/>
            <a:r>
              <a:t>1. המפגש מיועד למטופלים ולמלווים המעוניינים להכיר את תהליך ההגעה למרפאה.</a:t>
            </a:r>
          </a:p>
          <a:p>
            <a:pPr rtl="1"/>
            <a:r>
              <a:t>2. המפגש מתקיים ביום רביעי בשעה 09:00 בחדר 2. יש להגיע 15 דקות לפני תחילתו.</a:t>
            </a:r>
          </a:p>
          <a:p>
            <a:pPr rtl="1"/>
            <a:r>
              <a:t>3. משך המפגש 45 דקות. השתתפות אינה מחייבת תשלום.</a:t>
            </a:r>
          </a:p>
          <a:p>
            <a:pPr rtl="1"/>
            <a:r>
              <a:t>4. יש להביא את הודעת הזימון. אין צורך למסור מידע רפואי לצורך ההרשמה למפגש.</a:t>
            </a:r>
          </a:p>
          <a:p>
            <a:pPr rtl="1"/>
            <a:r>
              <a:t>5. אם נדרש סיוע בשפה או בנגישות, פונים מראש למרכז ההדרכה בערוץ הפנייה שבהודעת הזימון.</a:t>
            </a:r>
          </a:p>
          <a:p>
            <a:pPr rtl="1"/>
            <a:r>
              <a:t>6. לא מפורטות במסמך הוראות צום, שינוי תרופות, טיפול או אבחון. שאלות כאלה מועברות לצוות המטפל.</a:t>
            </a:r>
          </a:p>
          <a:p>
            <a:pPr rtl="1"/>
            <a:r>
              <a:t>7. המסמך אינו כולל כתובת דואר אלקטרוני, מספר טלפון או קישור להרשמה.</a:t>
            </a:r>
          </a:p>
          <a:p>
            <a:r>
              <a:t/>
            </a:r>
          </a:p>
          <a:p>
            <a:pPr rtl="1"/>
            <a:r>
              <a:t>בדיקה: 09:00, חדר 2, הגעה 08:45, 45 דקות. אין צום, תרופות או טלפון מומצא.</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7.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00:45–00:48 | להציג מסגרת, לא נוסחת קסם. משימה: מה רוצים. קהל: מי קורא. מקור: על מה מסתמכים. מגבלות: מה לא מותר להוסיף. פורמט: הודעה, טבלה או שאלות. לא צריך לכלול כל סעיף בכל בקשה פשוטה.</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8.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00:48–00:50 | לשאול מה משתנה בין הקהלים: מונחים, אורך ומה צריך לדעת. העובדות אינן משתנות. להראות איך מבקשים ניסוח פשוט ללא הוספת הנחיה רפואית.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19.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00:50–00:52 | להדביק P05 על הטיוטה. להשוות את השעה והחדר לפני ואחרי. אין צורך לנסח מחדש את כל הפרומפט. אם ההקשר אבד, להדביק שוב את המקור.</a:t>
            </a:r>
          </a:p>
          <a:p>
            <a:r>
              <a:t/>
            </a:r>
          </a:p>
          <a:p>
            <a:pPr rtl="1"/>
            <a:r>
              <a:t>פרומפטים להעתקה</a:t>
            </a:r>
          </a:p>
          <a:p>
            <a:pPr rtl="1"/>
            <a:r>
              <a:t>P05 — שיפור באותה שיחה</a:t>
            </a:r>
          </a:p>
          <a:p>
            <a:pPr rtl="1"/>
            <a:r>
              <a:t>שפר את הטיוטה האחרונה בלבד. קצר אותה לכ־60 מילים, השתמש במשפטים קצרים ושמור על כל פרטי המקור. אל תוסיף מידע. לאחר הטיוטה, ציין בקצרה אילו שינויים ביצעת.</a:t>
            </a:r>
          </a:p>
          <a:p>
            <a:pPr rtl="1"/>
            <a:r>
              <a:t>בדיקה: הקיצור אינו משנה שעה, מקום או אחריות.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0.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00:52–00:55 | להדביק P07. להתייחס לסעיף ״שרשרת מחשבה״ בסילבוס כתכנון עבודה והסבר קצר שניתן לבדוק. לא לבקש חשיבה פנימית נסתרת ולא ללמד ״מניפולציות״ כדרך להבטיח אמת. תוכנית טובה לא מבטיחה תוצאה נכונה.</a:t>
            </a:r>
          </a:p>
          <a:p>
            <a:r>
              <a:t/>
            </a:r>
          </a:p>
          <a:p>
            <a:pPr rtl="1"/>
            <a:r>
              <a:t>פרומפטים להעתקה</a:t>
            </a:r>
          </a:p>
          <a:p>
            <a:pPr rtl="1"/>
            <a:r>
              <a:t>P07 — תכנון ובקרה גלויים</a:t>
            </a:r>
          </a:p>
          <a:p>
            <a:pPr rtl="1"/>
            <a:r>
              <a:t>לפני כתיבת התוצר, הצג תוכנית עבודה קצרה של עד ארבעה צעדים ורשימת פרטים שחסרים במקור. לאחר מכן כתוב את הטיוטה וסיים ברשימת בדיקות שאוכל לבצע. אין צורך לפרט תהליך חשיבה פנימי.</a:t>
            </a:r>
          </a:p>
          <a:p>
            <a:pPr rtl="1"/>
            <a:r>
              <a:t>בדיקה: תוכנית קצרה, הפרדה בין חסר למבוסס, בדיקות שאדם יכול לבצע.</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1.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00:55–00:57 | להדביק P06. להסביר שגם בדיקת AI היא טיוטה. האדם פותח מקור ומשווה לפחות שתי טענות בעצמו. דגש: הוראות רפואיות, פרטי קשר ופרטים חסרים.</a:t>
            </a:r>
          </a:p>
          <a:p>
            <a:r>
              <a:t/>
            </a:r>
          </a:p>
          <a:p>
            <a:pPr rtl="1"/>
            <a:r>
              <a:t>פרומפטים להעתקה</a:t>
            </a:r>
          </a:p>
          <a:p>
            <a:pPr rtl="1"/>
            <a:r>
              <a:t>P06 — בדיקת הטיוטה מול המקור</a:t>
            </a:r>
          </a:p>
          <a:p>
            <a:pPr rtl="1"/>
            <a:r>
              <a:t>השווה את הטיוטה האחרונה למקור שסיפקתי בשיחה. הצג בטבלה: טענה בטיוטה, סעיף תומך, מצב — נתמך / חסר / סותר. סמן בנפרד הוראות רפואיות או פרטים שלא נמסרו. אל תתקן בלי לציין מה שינית. הבדיקה שלך היא עזרה לבדיקה שלי, לא אישור לשימוש.</a:t>
            </a:r>
          </a:p>
          <a:p>
            <a:pPr rtl="1"/>
            <a:r>
              <a:t>בדיקה: בודקים בעצמנו לפחות שתי טענות. הכלי עלול לפספס טעות בבדיקה שלו.</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2.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00:57–00:59 | הוראות: לבחור P02, P03 או P04 בדף התרגול. 7 דקות כתיבה ושיפור; 4 דקות בדיקת עמית; 2 דקות שיתוף. כולם משתמשים במקורות שסופקו. אפשר לעבוד בזוג, וקבוצה אחת של שלושה. לתת למתקדמים להשוות כלי שני רק אם יש זמן.</a:t>
            </a:r>
          </a:p>
          <a:p>
            <a:r>
              <a:t/>
            </a:r>
          </a:p>
          <a:p>
            <a:pPr rtl="1"/>
            <a:r>
              <a:t>פרומפטים להעתקה</a:t>
            </a:r>
          </a:p>
          <a:p>
            <a:pPr rtl="1"/>
            <a:r>
              <a:t>P02 — הודעה למטופלים ולמלווים</a:t>
            </a:r>
          </a:p>
          <a:p>
            <a:pPr rtl="1"/>
            <a:r>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מקור:</a:t>
            </a:r>
          </a:p>
          <a:p>
            <a:pPr rtl="1"/>
            <a:r>
              <a:t>מסמך א: מפגש הדרכה למטופלים ולמלווים — תרחיש פיקטיבי לתרגול בלבד</a:t>
            </a:r>
          </a:p>
          <a:p>
            <a:pPr rtl="1"/>
            <a:r>
              <a:t>גרסה 1, 01.09.2026. אין זה נוהל רפואי או מסמך של בני ציון.</a:t>
            </a:r>
          </a:p>
          <a:p>
            <a:pPr rtl="1"/>
            <a:r>
              <a:t>1. המפגש מיועד למטופלים ולמלווים המעוניינים להכיר את תהליך ההגעה למרפאה.</a:t>
            </a:r>
          </a:p>
          <a:p>
            <a:pPr rtl="1"/>
            <a:r>
              <a:t>2. המפגש מתקיים ביום רביעי בשעה 09:00 בחדר 2. יש להגיע 15 דקות לפני תחילתו.</a:t>
            </a:r>
          </a:p>
          <a:p>
            <a:pPr rtl="1"/>
            <a:r>
              <a:t>3. משך המפגש 45 דקות. השתתפות אינה מחייבת תשלום.</a:t>
            </a:r>
          </a:p>
          <a:p>
            <a:pPr rtl="1"/>
            <a:r>
              <a:t>4. יש להביא את הודעת הזימון. אין צורך למסור מידע רפואי לצורך ההרשמה למפגש.</a:t>
            </a:r>
          </a:p>
          <a:p>
            <a:pPr rtl="1"/>
            <a:r>
              <a:t>5. אם נדרש סיוע בשפה או בנגישות, פונים מראש למרכז ההדרכה בערוץ הפנייה שבהודעת הזימון.</a:t>
            </a:r>
          </a:p>
          <a:p>
            <a:pPr rtl="1"/>
            <a:r>
              <a:t>6. לא מפורטות במסמך הוראות צום, שינוי תרופות, טיפול או אבחון. שאלות כאלה מועברות לצוות המטפל.</a:t>
            </a:r>
          </a:p>
          <a:p>
            <a:pPr rtl="1"/>
            <a:r>
              <a:t>7. המסמך אינו כולל כתובת דואר אלקטרוני, מספר טלפון או קישור להרשמה.</a:t>
            </a:r>
          </a:p>
          <a:p>
            <a:r>
              <a:t/>
            </a:r>
          </a:p>
          <a:p>
            <a:pPr rtl="1"/>
            <a:r>
              <a:t>בדיקה: 09:00, חדר 2, הגעה 08:45, 45 דקות. אין צום, תרופות או טלפון מומצא.</a:t>
            </a:r>
          </a:p>
          <a:p>
            <a:r>
              <a:t/>
            </a:r>
          </a:p>
          <a:p>
            <a:pPr rtl="1"/>
            <a:r>
              <a:t>P03 — תדרוך צוות מנהלי</a:t>
            </a:r>
          </a:p>
          <a:p>
            <a:pPr rtl="1"/>
            <a:r>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מקור:</a:t>
            </a:r>
          </a:p>
          <a:p>
            <a:pPr rtl="1"/>
            <a:r>
              <a:t>מסמך ג: תדרוך צוות לקראת יום הדרכה — תרחיש פיקטיבי לתרגול בלבד</a:t>
            </a:r>
          </a:p>
          <a:p>
            <a:pPr rtl="1"/>
            <a:r>
              <a:t>גרסה 1, 12.10.2026. אין זה נוהל של בני ציון.</a:t>
            </a:r>
          </a:p>
          <a:p>
            <a:pPr rtl="1"/>
            <a:r>
              <a:t>1. ביום ההדרכה צפויים 11 משתתפים. לכל משתתף מחשב אישי.</a:t>
            </a:r>
          </a:p>
          <a:p>
            <a:pPr rtl="1"/>
            <a:r>
              <a:t>2. המפגש נמשך שלוש שעות, עם הפסקה של 15 דקות לאחר 80 דקות.</a:t>
            </a:r>
          </a:p>
          <a:p>
            <a:pPr rtl="1"/>
            <a:r>
              <a:t>3. רכזת ההדרכה אחראית לוודא שחדר ההדרכה פתוח 20 דקות לפני תחילת המפגש.</a:t>
            </a:r>
          </a:p>
          <a:p>
            <a:pPr rtl="1"/>
            <a:r>
              <a:t>4. אחראי המחשוב בודק חיבור לאינטרנט, מקרן ושקעי חשמל לפני תחילת המפגש.</a:t>
            </a:r>
          </a:p>
          <a:p>
            <a:pPr rtl="1"/>
            <a:r>
              <a:t>5. המרצה שולח למשתתפים את קישורי הכלים ואת חומרי התרגול. לא נדרש מנוי בתשלום.</a:t>
            </a:r>
          </a:p>
          <a:p>
            <a:pPr rtl="1"/>
            <a:r>
              <a:t>6. בתחילת המפגש הרכזת מתעדת נוכחות. בדוגמה זו אין שמות, מספרי זהות או פרטי קשר.</a:t>
            </a:r>
          </a:p>
          <a:p>
            <a:pPr rtl="1"/>
            <a:r>
              <a:t>7. כאשר מתגלה תקלה, הרכזת פונה לאחראי המחשוב. אין במסמך זמן תגובה מובטח.</a:t>
            </a:r>
          </a:p>
          <a:p>
            <a:pPr rtl="1"/>
            <a:r>
              <a:t>8. בסיום המפגש נאסף משוב אנונימי. המסמך לא מגדיר ציוני הצלחה או זמן שמירת מידע.</a:t>
            </a:r>
          </a:p>
          <a:p>
            <a:pPr rtl="1"/>
            <a:r>
              <a:t>9. המסמך אינו קובע תקציב, רכש, שכר, כתובת, מספר טלפון או מדיניות ארגונית.</a:t>
            </a:r>
          </a:p>
          <a:p>
            <a:r>
              <a:t/>
            </a:r>
          </a:p>
          <a:p>
            <a:pPr rtl="1"/>
            <a:r>
              <a:t>בדיקה: 11 משתתפים; רכזת, מחשוב ומרצה בתפקידים הנכונים. אין SLA או תקציב מומצאים.</a:t>
            </a:r>
          </a:p>
          <a:p>
            <a:r>
              <a:t/>
            </a:r>
          </a:p>
          <a:p>
            <a:pPr rtl="1"/>
            <a:r>
              <a:t>P04 — תרגיל לסגל הוראה</a:t>
            </a:r>
          </a:p>
          <a:p>
            <a:pPr rtl="1"/>
            <a:r>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מקור:</a:t>
            </a:r>
          </a:p>
          <a:p>
            <a:pPr rtl="1"/>
            <a:r>
              <a:t>מסמך ג: תדרוך צוות לקראת יום הדרכה — תרחיש פיקטיבי לתרגול בלבד</a:t>
            </a:r>
          </a:p>
          <a:p>
            <a:pPr rtl="1"/>
            <a:r>
              <a:t>גרסה 1, 12.10.2026. אין זה נוהל של בני ציון.</a:t>
            </a:r>
          </a:p>
          <a:p>
            <a:pPr rtl="1"/>
            <a:r>
              <a:t>1. ביום ההדרכה צפויים 11 משתתפים. לכל משתתף מחשב אישי.</a:t>
            </a:r>
          </a:p>
          <a:p>
            <a:pPr rtl="1"/>
            <a:r>
              <a:t>2. המפגש נמשך שלוש שעות, עם הפסקה של 15 דקות לאחר 80 דקות.</a:t>
            </a:r>
          </a:p>
          <a:p>
            <a:pPr rtl="1"/>
            <a:r>
              <a:t>3. רכזת ההדרכה אחראית לוודא שחדר ההדרכה פתוח 20 דקות לפני תחילת המפגש.</a:t>
            </a:r>
          </a:p>
          <a:p>
            <a:pPr rtl="1"/>
            <a:r>
              <a:t>4. אחראי המחשוב בודק חיבור לאינטרנט, מקרן ושקעי חשמל לפני תחילת המפגש.</a:t>
            </a:r>
          </a:p>
          <a:p>
            <a:pPr rtl="1"/>
            <a:r>
              <a:t>5. המרצה שולח למשתתפים את קישורי הכלים ואת חומרי התרגול. לא נדרש מנוי בתשלום.</a:t>
            </a:r>
          </a:p>
          <a:p>
            <a:pPr rtl="1"/>
            <a:r>
              <a:t>6. בתחילת המפגש הרכזת מתעדת נוכחות. בדוגמה זו אין שמות, מספרי זהות או פרטי קשר.</a:t>
            </a:r>
          </a:p>
          <a:p>
            <a:pPr rtl="1"/>
            <a:r>
              <a:t>7. כאשר מתגלה תקלה, הרכזת פונה לאחראי המחשוב. אין במסמך זמן תגובה מובטח.</a:t>
            </a:r>
          </a:p>
          <a:p>
            <a:pPr rtl="1"/>
            <a:r>
              <a:t>8. בסיום המפגש נאסף משוב אנונימי. המסמך לא מגדיר ציוני הצלחה או זמן שמירת מידע.</a:t>
            </a:r>
          </a:p>
          <a:p>
            <a:pPr rtl="1"/>
            <a:r>
              <a:t>9. המסמך אינו קובע תקציב, רכש, שכר, כתובת, מספר טלפון או מדיניות ארגונית.</a:t>
            </a:r>
          </a:p>
          <a:p>
            <a:r>
              <a:t/>
            </a:r>
          </a:p>
          <a:p>
            <a:pPr rtl="1"/>
            <a:r>
              <a:t>בדיקה: כל תשובה נתמכת בסעיף אמיתי. השאלה החסרה אינה מקבלת תשובה מומצאת.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3.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00:59–01:06 | זמן עבודה. להסתובב בין המשתתפים. רפואי: הודעה למטופלים; מנהלי: טבלת אחריות; הוראה: שאלות מקור. מי שמסיים בודק מידע חסר ופרט שלא אמור להופיע. אם יש חסימה, להעתיק טקסט לשיחה בכלי אחר או לעבוד עם שכן.</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4.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01:06–01:12 | 4 דקות בזוגות ו־2 דקות לשתי דוגמאות. לבדוק שעת מפגש, חדר או אחריות; לזהות פרט אחד חסר. אין לבקש מהקבוצה כולה להציג. הצלחה: טיוטה שאפשר לתקן ולבדוק, לא בהכרח טיוטה מושלמת.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5.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01:12–01:16 | להראות הוספת קובץ, תיקון טקסט בתוך התוצר וסביבת מסמך אם זמינה בחשבון. אין תלות ב־Canvas או Projects. חלופה: העתקה ל־Word ועריכה ידנית. אין להזין קבצים אמיתיים. יכולות העלאה ועריכה תלויות כלי וחשבון.</a:t>
            </a:r>
          </a:p>
          <a:p>
            <a:r>
              <a:t/>
            </a:r>
          </a:p>
          <a:p>
            <a:pPr rtl="1"/>
            <a:r>
              <a:t>קהל: 11 משתתפים מרפואה ואדמיניסטרציה, מחשבים אישיים וללא מנוי בתשלום.</a:t>
            </a:r>
          </a:p>
          <a:p>
            <a:pPr rtl="1"/>
            <a:r>
              <a:t>מקורות:</a:t>
            </a:r>
          </a:p>
          <a:p>
            <a:r>
              <a:t>https://help.openai.com/en/articles/8555545-file-uploads-faq</a:t>
            </a:r>
          </a:p>
          <a:p>
            <a:r>
              <a:t>https://support.claude.com/en/articles/11049762-choose-a-claude-plan</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6.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01:16–01:20 | שתי תשובות קצרות מהקהל. לסכם מה הפך את הבקשה לשימושית. לבקש לשמור את התוצר בשם ״תרגיל1״ בקובץ מקומי. לפתוח אחרי ההפסקה את דף התרגול ולבדוק חשבון Google עבור NotebookLM.</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7.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01:20–01:35 | 15 דקות בדיוק. מי שרוצה יכול להיכנס ל־Perplexity ול־NotebookLM, אבל זו אינה מטלה בזמן ההפסקה. אין להתחיל הרשמה לתשלום.</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8.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01:35–01:40 | חזרה: לשאול מה ההבדל בין תשובה יפה לתשובה עם מקור. להסביר את המעבר מחיפוש ברשת לעבודה על מסמכים. מקור מצוטט צריך להיפתח ולהיתמך בטקסט.</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29.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01:40–01:44 | לפתוח את האתר ולהריץ חיפוש רגיל. לא לבחור מצב Pro שדורש תשלום. להראות שהקישור אינו התשובה עצמה וצריך לפתוח אותו. אין להבטיח שכל תשובה תביא אותו מספר מקורות.</a:t>
            </a:r>
          </a:p>
          <a:p>
            <a:r>
              <a:t/>
            </a:r>
          </a:p>
          <a:p>
            <a:pPr rtl="1"/>
            <a:r>
              <a:t>קהל: 11 משתתפים מרפואה ואדמיניסטרציה, מחשבים אישיים וללא מנוי בתשלום.</a:t>
            </a:r>
          </a:p>
          <a:p>
            <a:pPr rtl="1"/>
            <a:r>
              <a:t>מקורות:</a:t>
            </a:r>
          </a:p>
          <a:p>
            <a:r>
              <a:t>https://www.perplexity.ai/hub</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0.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01:44–01:47 | להדגים P08 או P09 לפי הרכב הקבוצה. להשתמש בדף WHO כהדגמה לכך שהנחיה מ־2009 אינה ״עדכון מהשנה״. בתרגיל רפואי מאתרים מקורות ולא מקבלים החלטת טיפול. אין צורך לסכם את כל ההנחיה.</a:t>
            </a:r>
          </a:p>
          <a:p>
            <a:r>
              <a:t/>
            </a:r>
          </a:p>
          <a:p>
            <a:pPr rtl="1"/>
            <a:r>
              <a:t>פרומפטים להעתקה</a:t>
            </a:r>
          </a:p>
          <a:p>
            <a:pPr rtl="1"/>
            <a:r>
              <a:t>P08 — חיפוש מקצועי לרפואה ולסיעוד</a:t>
            </a:r>
          </a:p>
          <a:p>
            <a:pPr rtl="1"/>
            <a:r>
              <a:t>אתר שני מקורות רשמיים של WHO או CDC 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t>בדיקה: פותחים שני קישורים. בודקים גוף, סוג מקור ותאריך בדף המקורי.</a:t>
            </a:r>
          </a:p>
          <a:p>
            <a:r>
              <a:t/>
            </a:r>
          </a:p>
          <a:p>
            <a:pPr rtl="1"/>
            <a:r>
              <a:t>P09 — חיפוש לאדמיניסטרציה ולהוראה</a:t>
            </a:r>
          </a:p>
          <a:p>
            <a:pPr rtl="1"/>
            <a:r>
              <a:t>אתר שני דפי עזרה רשמיים של Microsoft על יצירת מצגת PowerPoint 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t>בדיקה: שני קישורי Microsoft אמיתיים. בודקים שהפעולות מתאימות לגרסה שלנו.</a:t>
            </a:r>
          </a:p>
          <a:p>
            <a:r>
              <a:t/>
            </a:r>
          </a:p>
          <a:p>
            <a:pPr rtl="1"/>
            <a:r>
              <a:t>קהל: 11 משתתפים מרפואה ואדמיניסטרציה, מחשבים אישיים וללא מנוי בתשלום.</a:t>
            </a:r>
          </a:p>
          <a:p>
            <a:pPr rtl="1"/>
            <a:r>
              <a:t>מקורות:</a:t>
            </a:r>
          </a:p>
          <a:p>
            <a:r>
              <a:t>https://www.who.int/publications/i/item/9789241597906</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1.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01:47–01:53 | 6 דקות. לבחור P08 או P09. לפתוח שני קישורים, לזהות גוף ותאריך או היעדרו. להעתיק משפט רלוונטי קצר במילים שלהם. חלופה: חיפוש רגיל בדפדפן; דפי WHO ו־Microsoft בדף התרגול. אין תלות בחיפוש בתשלום.</a:t>
            </a:r>
          </a:p>
          <a:p>
            <a:r>
              <a:t/>
            </a:r>
          </a:p>
          <a:p>
            <a:pPr rtl="1"/>
            <a:r>
              <a:t>פרומפטים להעתקה</a:t>
            </a:r>
          </a:p>
          <a:p>
            <a:pPr rtl="1"/>
            <a:r>
              <a:t>P08 — חיפוש מקצועי לרפואה ולסיעוד</a:t>
            </a:r>
          </a:p>
          <a:p>
            <a:pPr rtl="1"/>
            <a:r>
              <a:t>אתר שני מקורות רשמיים של WHO או CDC 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t>בדיקה: פותחים שני קישורים. בודקים גוף, סוג מקור ותאריך בדף המקורי.</a:t>
            </a:r>
          </a:p>
          <a:p>
            <a:r>
              <a:t/>
            </a:r>
          </a:p>
          <a:p>
            <a:pPr rtl="1"/>
            <a:r>
              <a:t>P09 — חיפוש לאדמיניסטרציה ולהוראה</a:t>
            </a:r>
          </a:p>
          <a:p>
            <a:pPr rtl="1"/>
            <a:r>
              <a:t>אתר שני דפי עזרה רשמיים של Microsoft על יצירת מצגת PowerPoint 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t>בדיקה: שני קישורי Microsoft אמיתיים. בודקים שהפעולות מתאימות לגרסה שלנו.</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2.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01:53–01:55 | להזמין משתתף אחד מכל מסלול. לשאול על תאריך, סוג מקור והקשר. לבדוק אם התשובה נשענת על הנחיה או על תקציר משני. אין להציג תשובה שלא נפתחה כאמת.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3.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01:55–01:59 | לפתוח את הכלי בקישור המוכר. בחלק מהחשבונות מוצג השם Gemini Notebook. ליצור מחברת ולהוסיף את מסמכים א וב שסופקו. אפשר להעלות txt או להדביק טקסט. לא להפעיל יצירת וידאו או מדיה שמכלה מכסה. העבודה ממוקדת במקורות שנבחרו, אך עדיין עלולות להיות טעויות.</a:t>
            </a:r>
          </a:p>
          <a:p>
            <a:r>
              <a:t/>
            </a:r>
          </a:p>
          <a:p>
            <a:pPr rtl="1"/>
            <a:r>
              <a:t>קהל: 11 משתתפים מרפואה ואדמיניסטרציה, מחשבים אישיים וללא מנוי בתשלום.</a:t>
            </a:r>
          </a:p>
          <a:p>
            <a:pPr rtl="1"/>
            <a:r>
              <a:t>מקורות:</a:t>
            </a:r>
          </a:p>
          <a:p>
            <a:r>
              <a:t>https://support.google.com/gemininotebook/answer/16269187?hl=en</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4.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01:59–02:02 | להציג במפורש שהמסמכים הם תרגול פיקטיבי. לשאול האם מספיק לבחור את התאריך החדש. במקרה הזה מסמך ב אומר מפורשות שהוא מחליף את סעיף 2 במסמך א; לכן אפשר להכריע. בתרחיש אמיתי, תאריך בלבד אינו בהכרח מקור סמכות.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5.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02:02–02:05 | להריץ P10. לפתוח ציטוט ולבדוק את המשפט במסמך ב. התוצאה הנכונה: 09:30, חדר 3 והגעה 09:15. להראות איך ציטוט מסייע לבדיקה ולא רק מוסיף מספר קטן בתשובה.</a:t>
            </a:r>
          </a:p>
          <a:p>
            <a:r>
              <a:t/>
            </a:r>
          </a:p>
          <a:p>
            <a:pPr rtl="1"/>
            <a:r>
              <a:t>פרומפטים להעתקה</a:t>
            </a:r>
          </a:p>
          <a:p>
            <a:pPr rtl="1"/>
            <a:r>
              <a:t>P10 — שאלה עם סתירה בין מסמכים</a:t>
            </a:r>
          </a:p>
          <a:p>
            <a:pPr rtl="1"/>
            <a:r>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t>בדיקה: 09:30, חדר 3, הגעה 09:15. מסמך ב מחליף במפורש את סעיף 2 של א.</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6.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02:05–02:08 | להריץ P11. התשובה הנכונה היא שהמידע חסר. ״אין במסמך צום״ אינו ״אין צורך בצום״. ההבחנה הזו חשובה במיוחד במידע מקצועי ורפואי. אם הכלי משלים מידע, לשאול מאיזה סעיף הגיע ולהראות את הכשל.</a:t>
            </a:r>
          </a:p>
          <a:p>
            <a:r>
              <a:t/>
            </a:r>
          </a:p>
          <a:p>
            <a:pPr rtl="1"/>
            <a:r>
              <a:t>פרומפטים להעתקה</a:t>
            </a:r>
          </a:p>
          <a:p>
            <a:pPr rtl="1"/>
            <a:r>
              <a:t>P11 — מידע שאינו במקורות</a:t>
            </a:r>
          </a:p>
          <a:p>
            <a:pPr rtl="1"/>
            <a:r>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t>בדיקה: אין טלפון ואין הוראות צום במקור. אין להסיק מכך הוראת צום או היתר לאכול.</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7.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02:08–02:17 | 9 דקות. P10 ואז P11, ואם יש זמן P12. כל משתתף מסמן פרט מעודכן, משפט שמצדיקו ומידע חסר. חלופה ללא חשבון Google: להדביק את שני המסמכים לכלי צ׳אט ולבקש שם מסמך וסעיף. זה תרגול מקורות, לא הדגמה של כל ממשק NotebookLM.</a:t>
            </a:r>
          </a:p>
          <a:p>
            <a:r>
              <a:t/>
            </a:r>
          </a:p>
          <a:p>
            <a:pPr rtl="1"/>
            <a:r>
              <a:t>פרומפטים להעתקה</a:t>
            </a:r>
          </a:p>
          <a:p>
            <a:pPr rtl="1"/>
            <a:r>
              <a:t>P10 — שאלה עם סתירה בין מסמכים</a:t>
            </a:r>
          </a:p>
          <a:p>
            <a:pPr rtl="1"/>
            <a:r>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t>בדיקה: 09:30, חדר 3, הגעה 09:15. מסמך ב מחליף במפורש את סעיף 2 של א.</a:t>
            </a:r>
          </a:p>
          <a:p>
            <a:r>
              <a:t/>
            </a:r>
          </a:p>
          <a:p>
            <a:pPr rtl="1"/>
            <a:r>
              <a:t>P11 — מידע שאינו במקורות</a:t>
            </a:r>
          </a:p>
          <a:p>
            <a:pPr rtl="1"/>
            <a:r>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t>בדיקה: אין טלפון ואין הוראות צום במקור. אין להסיק מכך הוראת צום או היתר לאכול.</a:t>
            </a:r>
          </a:p>
          <a:p>
            <a:r>
              <a:t/>
            </a:r>
          </a:p>
          <a:p>
            <a:pPr rtl="1"/>
            <a:r>
              <a:t>P12 — שאלות נפוצות ממקורות</a:t>
            </a:r>
          </a:p>
          <a:p>
            <a:pPr rtl="1"/>
            <a:r>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t>בדיקה: המקורות נשמרים, השעה מעודכנת, החסר מופרד מהתשובות.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8.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02:17–02:20 | לשאול שני משתתפים מה הכלי עשה עם הסתירה. להראות שכלי אינו בוחר את מדיניות הארגון. מסכמים הצלחה: תשובה מבוססת עם סימון חסר; לא ״תשובה לכל דבר״.</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39.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02:20–02:24 | הסבר באמצעות המשימה הניהולית: תכנון, הכנת רשימת בדיקות, חלוקת אחריות וניסוח הודעה. להבחין בין כלי צ׳אט שמחזיר טקסט לבין סוכן שמשתמש בכלים ועובר צעדים. לא כל מוצר שמכונה סוכן עושה אותן פעולות.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0.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02:24–02:28 | לפתוח Manus ולהריץ P13 פעם אחת, בהיקף קטן. לבדוק לפני המפגש שהחשבון מאפשר ריצה. המסלול החינמי מוגבל בקרדיטים; אין להבטיח שכל אחד יסיים ריצה. להראות תוכנית, פעולות ותוצרים. חלופה מלאה: אותו P13 בכלי צ׳אט, עם הפקה של כל תוצר בתורו.</a:t>
            </a:r>
          </a:p>
          <a:p>
            <a:r>
              <a:t/>
            </a:r>
          </a:p>
          <a:p>
            <a:pPr rtl="1"/>
            <a:r>
              <a:t>פרומפטים להעתקה</a:t>
            </a:r>
          </a:p>
          <a:p>
            <a:pPr rtl="1"/>
            <a:r>
              <a:t>P13 — משימת סוכן קצרה</a:t>
            </a:r>
          </a:p>
          <a:p>
            <a:pPr rtl="1"/>
            <a:r>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מקור:</a:t>
            </a:r>
          </a:p>
          <a:p>
            <a:pPr rtl="1"/>
            <a:r>
              <a:t>מסמך ג: תדרוך צוות לקראת יום הדרכה — תרחיש פיקטיבי לתרגול בלבד</a:t>
            </a:r>
          </a:p>
          <a:p>
            <a:pPr rtl="1"/>
            <a:r>
              <a:t>גרסה 1, 12.10.2026. אין זה נוהל של בני ציון.</a:t>
            </a:r>
          </a:p>
          <a:p>
            <a:pPr rtl="1"/>
            <a:r>
              <a:t>1. ביום ההדרכה צפויים 11 משתתפים. לכל משתתף מחשב אישי.</a:t>
            </a:r>
          </a:p>
          <a:p>
            <a:pPr rtl="1"/>
            <a:r>
              <a:t>2. המפגש נמשך שלוש שעות, עם הפסקה של 15 דקות לאחר 80 דקות.</a:t>
            </a:r>
          </a:p>
          <a:p>
            <a:pPr rtl="1"/>
            <a:r>
              <a:t>3. רכזת ההדרכה אחראית לוודא שחדר ההדרכה פתוח 20 דקות לפני תחילת המפגש.</a:t>
            </a:r>
          </a:p>
          <a:p>
            <a:pPr rtl="1"/>
            <a:r>
              <a:t>4. אחראי המחשוב בודק חיבור לאינטרנט, מקרן ושקעי חשמל לפני תחילת המפגש.</a:t>
            </a:r>
          </a:p>
          <a:p>
            <a:pPr rtl="1"/>
            <a:r>
              <a:t>5. המרצה שולח למשתתפים את קישורי הכלים ואת חומרי התרגול. לא נדרש מנוי בתשלום.</a:t>
            </a:r>
          </a:p>
          <a:p>
            <a:pPr rtl="1"/>
            <a:r>
              <a:t>6. בתחילת המפגש הרכזת מתעדת נוכחות. בדוגמה זו אין שמות, מספרי זהות או פרטי קשר.</a:t>
            </a:r>
          </a:p>
          <a:p>
            <a:pPr rtl="1"/>
            <a:r>
              <a:t>7. כאשר מתגלה תקלה, הרכזת פונה לאחראי המחשוב. אין במסמך זמן תגובה מובטח.</a:t>
            </a:r>
          </a:p>
          <a:p>
            <a:pPr rtl="1"/>
            <a:r>
              <a:t>8. בסיום המפגש נאסף משוב אנונימי. המסמך לא מגדיר ציוני הצלחה או זמן שמירת מידע.</a:t>
            </a:r>
          </a:p>
          <a:p>
            <a:pPr rtl="1"/>
            <a:r>
              <a:t>9. המסמך אינו קובע תקציב, רכש, שכר, כתובת, מספר טלפון או מדיניות ארגונית.</a:t>
            </a:r>
          </a:p>
          <a:p>
            <a:r>
              <a:t/>
            </a:r>
          </a:p>
          <a:p>
            <a:pPr rtl="1"/>
            <a:r>
              <a:t>בדיקה: שלושה תוצרים מתואמים; אותם 11 משתתפים ואותן אחריות והפסקה. אין פעולות חיצוניות.</a:t>
            </a:r>
          </a:p>
          <a:p>
            <a:r>
              <a:t/>
            </a:r>
          </a:p>
          <a:p>
            <a:pPr rtl="1"/>
            <a:r>
              <a:t>קהל: 11 משתתפים מרפואה ואדמיניסטרציה, מחשבים אישיים וללא מנוי בתשלום.</a:t>
            </a:r>
          </a:p>
          <a:p>
            <a:pPr rtl="1"/>
            <a:r>
              <a:t>מקורות:</a:t>
            </a:r>
          </a:p>
          <a:p>
            <a:r>
              <a:t>https://help.manus.im/en/articles/11711111-what-is-the-current-membership-pricing-for-manus</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1.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02:28–02:31 | להראות את טיוטת ההודעה. לשאול: מי מאשר לפני שליחה? להדגיש שהתרגיל אינו שולח דבר. שליחת מידע, רכישה, פרסום וקביעת פעולה אמיתית דורשים החלטה והרשאה מתאימה. האדם בודק אם התוצר נוגע לאנשים או לפעילות אמיתית.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2.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02:31–02:37 | 6 דקות. להריץ P13 ב־Manus אם זמין, אחרת בכלי צ׳אט. לעבוד בזוגות אם נדרש. לבדוק שכל התוצרים מסכימים על 11 משתתפים, מחשבים אישיים והפסקה, ושאין תקציב או זמן תגובה שהומצאו. המטרה היא הבנה של רצף העבודה ולא סיום מוצר גדול.</a:t>
            </a:r>
          </a:p>
          <a:p>
            <a:r>
              <a:t/>
            </a:r>
          </a:p>
          <a:p>
            <a:pPr rtl="1"/>
            <a:r>
              <a:t>פרומפטים להעתקה</a:t>
            </a:r>
          </a:p>
          <a:p>
            <a:pPr rtl="1"/>
            <a:r>
              <a:t>P13 — משימת סוכן קצרה</a:t>
            </a:r>
          </a:p>
          <a:p>
            <a:pPr rtl="1"/>
            <a:r>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מקור:</a:t>
            </a:r>
          </a:p>
          <a:p>
            <a:pPr rtl="1"/>
            <a:r>
              <a:t>מסמך ג: תדרוך צוות לקראת יום הדרכה — תרחיש פיקטיבי לתרגול בלבד</a:t>
            </a:r>
          </a:p>
          <a:p>
            <a:pPr rtl="1"/>
            <a:r>
              <a:t>גרסה 1, 12.10.2026. אין זה נוהל של בני ציון.</a:t>
            </a:r>
          </a:p>
          <a:p>
            <a:pPr rtl="1"/>
            <a:r>
              <a:t>1. ביום ההדרכה צפויים 11 משתתפים. לכל משתתף מחשב אישי.</a:t>
            </a:r>
          </a:p>
          <a:p>
            <a:pPr rtl="1"/>
            <a:r>
              <a:t>2. המפגש נמשך שלוש שעות, עם הפסקה של 15 דקות לאחר 80 דקות.</a:t>
            </a:r>
          </a:p>
          <a:p>
            <a:pPr rtl="1"/>
            <a:r>
              <a:t>3. רכזת ההדרכה אחראית לוודא שחדר ההדרכה פתוח 20 דקות לפני תחילת המפגש.</a:t>
            </a:r>
          </a:p>
          <a:p>
            <a:pPr rtl="1"/>
            <a:r>
              <a:t>4. אחראי המחשוב בודק חיבור לאינטרנט, מקרן ושקעי חשמל לפני תחילת המפגש.</a:t>
            </a:r>
          </a:p>
          <a:p>
            <a:pPr rtl="1"/>
            <a:r>
              <a:t>5. המרצה שולח למשתתפים את קישורי הכלים ואת חומרי התרגול. לא נדרש מנוי בתשלום.</a:t>
            </a:r>
          </a:p>
          <a:p>
            <a:pPr rtl="1"/>
            <a:r>
              <a:t>6. בתחילת המפגש הרכזת מתעדת נוכחות. בדוגמה זו אין שמות, מספרי זהות או פרטי קשר.</a:t>
            </a:r>
          </a:p>
          <a:p>
            <a:pPr rtl="1"/>
            <a:r>
              <a:t>7. כאשר מתגלה תקלה, הרכזת פונה לאחראי המחשוב. אין במסמך זמן תגובה מובטח.</a:t>
            </a:r>
          </a:p>
          <a:p>
            <a:pPr rtl="1"/>
            <a:r>
              <a:t>8. בסיום המפגש נאסף משוב אנונימי. המסמך לא מגדיר ציוני הצלחה או זמן שמירת מידע.</a:t>
            </a:r>
          </a:p>
          <a:p>
            <a:pPr rtl="1"/>
            <a:r>
              <a:t>9. המסמך אינו קובע תקציב, רכש, שכר, כתובת, מספר טלפון או מדיניות ארגונית.</a:t>
            </a:r>
          </a:p>
          <a:p>
            <a:r>
              <a:t/>
            </a:r>
          </a:p>
          <a:p>
            <a:pPr rtl="1"/>
            <a:r>
              <a:t>בדיקה: שלושה תוצרים מתואמים; אותם 11 משתתפים ואותן אחריות והפסקה. אין פעולות חיצוניות.</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3.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02:37–02:40 | להציג P14. 7 דקות עבודה ו־3 דקות שיתוף. משימת כל המשתתפים: הודעה עם פרטי הזמן המעודכנים, ומסמך קצר של הבדיקות. אין צורך להוסיף חיפוש חדש; הוא כבר תורגל. משתמשים במקורות שכבר מוכנים.</a:t>
            </a:r>
          </a:p>
          <a:p>
            <a:r>
              <a:t/>
            </a:r>
          </a:p>
          <a:p>
            <a:pPr rtl="1"/>
            <a:r>
              <a:t>פרומפטים להעתקה</a:t>
            </a:r>
          </a:p>
          <a:p>
            <a:pPr rtl="1"/>
            <a:r>
              <a:t>P14 — תוצר מסכם מעודכן</a:t>
            </a:r>
          </a:p>
          <a:p>
            <a:pPr rtl="1"/>
            <a:r>
              <a:t>צור הודעה מעודכנת למטופלים ולמלווים, עד 90 מילים, מתוך שני המסמכים שלהלן בלבד. כתוב בעברית פשוטה. ציין בנפרד אילו פרטים השתנו ואיזה מקור מצדיק את השינוי. זהו תרגיל עם מידע פיקטיבי בלבד. הסתמך רק על המקור המצורף. אל תשלים פרטים חסרים ואל תוסיף הנחיות רפואיות. אם חסר פרט, ציין במפורש שהוא חסר.</a:t>
            </a:r>
          </a:p>
          <a:p>
            <a:r>
              <a:t/>
            </a:r>
          </a:p>
          <a:p>
            <a:pPr rtl="1"/>
            <a:r>
              <a:t>מסמך א: מפגש הדרכה למטופלים ולמלווים — תרחיש פיקטיבי לתרגול בלבד</a:t>
            </a:r>
          </a:p>
          <a:p>
            <a:pPr rtl="1"/>
            <a:r>
              <a:t>גרסה 1, 01.09.2026. אין זה נוהל רפואי או מסמך של בני ציון.</a:t>
            </a:r>
          </a:p>
          <a:p>
            <a:pPr rtl="1"/>
            <a:r>
              <a:t>1. המפגש מיועד למטופלים ולמלווים המעוניינים להכיר את תהליך ההגעה למרפאה.</a:t>
            </a:r>
          </a:p>
          <a:p>
            <a:pPr rtl="1"/>
            <a:r>
              <a:t>2. המפגש מתקיים ביום רביעי בשעה 09:00 בחדר 2. יש להגיע 15 דקות לפני תחילתו.</a:t>
            </a:r>
          </a:p>
          <a:p>
            <a:pPr rtl="1"/>
            <a:r>
              <a:t>3. משך המפגש 45 דקות. השתתפות אינה מחייבת תשלום.</a:t>
            </a:r>
          </a:p>
          <a:p>
            <a:pPr rtl="1"/>
            <a:r>
              <a:t>4. יש להביא את הודעת הזימון. אין צורך למסור מידע רפואי לצורך ההרשמה למפגש.</a:t>
            </a:r>
          </a:p>
          <a:p>
            <a:pPr rtl="1"/>
            <a:r>
              <a:t>5. אם נדרש סיוע בשפה או בנגישות, פונים מראש למרכז ההדרכה בערוץ הפנייה שבהודעת הזימון.</a:t>
            </a:r>
          </a:p>
          <a:p>
            <a:pPr rtl="1"/>
            <a:r>
              <a:t>6. לא מפורטות במסמך הוראות צום, שינוי תרופות, טיפול או אבחון. שאלות כאלה מועברות לצוות המטפל.</a:t>
            </a:r>
          </a:p>
          <a:p>
            <a:pPr rtl="1"/>
            <a:r>
              <a:t>7. המסמך אינו כולל כתובת דואר אלקטרוני, מספר טלפון או קישור להרשמה.</a:t>
            </a:r>
          </a:p>
          <a:p>
            <a:r>
              <a:t/>
            </a:r>
          </a:p>
          <a:p>
            <a:pPr rtl="1"/>
            <a:r>
              <a:t>מסמך ב: עדכון מפגש ההדרכה — תרחיש פיקטיבי לתרגול בלבד</a:t>
            </a:r>
          </a:p>
          <a:p>
            <a:pPr rtl="1"/>
            <a:r>
              <a:t>גרסה 2, 12.10.2026. אין זה מסמך רשמי של בני ציון.</a:t>
            </a:r>
          </a:p>
          <a:p>
            <a:pPr rtl="1"/>
            <a:r>
              <a:t>1. הודעה זו מחליפה את סעיף 2 במסמך א: מפגש הדרכה למטופלים ולמלווים.</a:t>
            </a:r>
          </a:p>
          <a:p>
            <a:pPr rtl="1"/>
            <a:r>
              <a:t>2. המפגש ביום רביעי יתחיל בשעה 09:30 בחדר 3. יש להגיע בשעה 09:15.</a:t>
            </a:r>
          </a:p>
          <a:p>
            <a:pPr rtl="1"/>
            <a:r>
              <a:t>3. משך המפגש, קהל היעד, הנחיות הזימון והפנייה לסיוע נשארים כפי שנקבעו במסמך א.</a:t>
            </a:r>
          </a:p>
          <a:p>
            <a:pPr rtl="1"/>
            <a:r>
              <a:t>4. אין שינוי בהנחיות רפואיות, ואין במסמך הנחיות רפואיות חדשות.</a:t>
            </a:r>
          </a:p>
          <a:p>
            <a:pPr rtl="1"/>
            <a:r>
              <a:t>5. כאשר מציגים את פרטי המפגש, יש לציין שהשעה והחדר עודכנו ולבסס את ההכרעה על מסמך ב.</a:t>
            </a:r>
          </a:p>
          <a:p>
            <a:pPr rtl="1"/>
            <a:r>
              <a:t>6. אין במסמך כתובת דואר אלקטרוני, מספר טלפון או קישור להרשמה.</a:t>
            </a:r>
          </a:p>
          <a:p>
            <a:r>
              <a:t/>
            </a:r>
          </a:p>
          <a:p>
            <a:pPr rtl="1"/>
            <a:r>
              <a:t>בדיקה: 09:30, חדר 3, הגעה 09:15; ללא טלפון או הוראות רפואיות מומצאים.</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4.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02:40–02:47 | 7 דקות עבודה. מדד הצלחה: שלושת הפרטים המעודכנים, מקור השינוי, אפס פרטי קשר והוראות רפואיות מומצאים. המבקר מסמן לפחות שני פרטים שנבדקו אישית. למתקדמים: השוואת הטיוטה בין שני כלים ללא העלאת מסמך אמיתי.</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5.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02:47–02:50 | שלוש דוגמאות קצרות של עד דקה. שאלת המשך: מה לא הייתם מעבירים הלאה לפני בדיקה? לתת מקום גם לתשובה שבה הכלי הצליח; מחפשים בדיקה, לא מחייבים כשל.</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6.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02:50–02:53 | סיכום ארבעת השימושים מתוך הדוגמאות שבוצעו. כל משתתף מצביע על שימוש אחד רלוונטי לו. לזכור שיש חפיפה בין כלים, וחלק מהיכולות תלויות חשבון ומכסה.</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7.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02:53–02:57 | מטלת בית בהתאם לסילבוס: נושא מקצועי לא רגיש, חיפוש מקור, איסוף המידע ותוצר מוחשי. להביא את התוצר, הפרומפט ושתי בדיקות שבוצעו. להשתמש רק בחומר פומבי או במידע שהארגון אישר. חלופה: המסמכים הפיקטיביים מהיום. אין חובה לקנות מנוי. דף ההגשה מופיע בערכה.</a:t>
            </a:r>
          </a:p>
          <a:p>
            <a:r>
              <a:t/>
            </a:r>
          </a:p>
          <a:p>
            <a:pPr rtl="1"/>
            <a:r>
              <a:t>קהל: 11 משתתפים מרפואה ואדמיניסטרציה, מחשבים אישיים וללא מנוי בתשלום.</a:t>
            </a:r>
          </a:p>
          <a:p>
            <a:r>
              <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notesSlides/notesSlide48.xml><?xml version="1.0" encoding="utf-8"?>
<ns0:notes xmlns:a="http://schemas.openxmlformats.org/drawingml/2006/main" xmlns:ns0="http://schemas.openxmlformats.org/presentationml/2006/main">
  <ns0:cSld>
    <ns0:spTree>
      <ns0:nvGrpSpPr>
        <ns0:cNvPr id="1" name=""/>
        <ns0:cNvGrpSpPr/>
        <ns0:nvPr/>
      </ns0:nvGrpSpPr>
      <ns0:grpSpPr>
        <a:xfrm/>
      </ns0:grpSpPr>
      <ns0:sp>
        <ns0:nvSpPr>
          <ns0:cNvPr id="2" name="Slide Image Placeholder 1"/>
          <ns0:cNvSpPr>
            <a:spLocks noGrp="1"/>
          </ns0:cNvSpPr>
          <ns0:nvPr>
            <ns0:ph type="sldImg" idx="0"/>
          </ns0:nvPr>
        </ns0:nvSpPr>
        <ns0:spPr/>
      </ns0:sp>
      <ns0:sp>
        <ns0:nvSpPr>
          <ns0:cNvPr id="3" name="Notes Placeholder 2"/>
          <ns0:cNvSpPr>
            <a:spLocks noGrp="1"/>
          </ns0:cNvSpPr>
          <ns0:nvPr>
            <ns0:ph type="body" idx="1"/>
          </ns0:nvPr>
        </ns0:nvSpPr>
        <ns0:spPr/>
        <ns0:txBody>
          <a:bodyPr/>
          <a:lstStyle/>
          <a:p>
            <a:pPr rtl="1"/>
            <a:r>
              <a:t>02:57–03:00 | שאלות אחרונות ומבט למפגש 2: נתונים פיקטיביים או מאושרים, ניתוח ובקרה, ועוזר עם הנחיות קבועות. בהמשך מדיה ואב־טיפוס. המפגש הנוסף על Claude אינו חלק ממטלת הבית. להשאיר את דף התרגול ואת פרטי הקשר זמינים.</a:t>
            </a:r>
          </a:p>
          <a:p>
            <a:r>
              <a:t/>
            </a:r>
          </a:p>
          <a:p>
            <a:pPr rtl="1"/>
            <a:r>
              <a:t>קהל: 11 משתתפים מרפואה ואדמיניסטרציה, מחשבים אישיים וללא מנוי בתשלום.</a:t>
            </a:r>
          </a:p>
          <a:p>
            <a:r>
              <a:t/>
            </a:r>
          </a:p>
          <a:p>
            <a:pPr rtl="1"/>
            <a:r>
              <a:t>איור או צילום: אסט מתוך המצגת הקיימת של המרצה, שסופק על ידו.</a:t>
            </a:r>
          </a:p>
        </ns0:txBody>
      </ns0:sp>
      <ns0:sp>
        <ns0:nvSpPr>
          <ns0:cNvPr id="4" name="Slide Number Placeholder 3"/>
          <ns0:cNvSpPr>
            <a:spLocks noGrp="1"/>
          </ns0:cNvSpPr>
          <ns0:nvPr>
            <ns0:ph type="sldNum" idx="5"/>
          </ns0:nvPr>
        </ns0:nvSpPr>
        <ns0:spPr/>
        <ns0:txBody>
          <a:bodyPr/>
          <a:lstStyle/>
          <a:p/>
        </ns0:txBody>
      </ns0:sp>
    </ns0:spTree>
  </ns0:cSld>
  <ns0:clrMapOvr>
    <a:masterClrMapping/>
  </ns0:clrMapOvr>
</ns0: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ba130c28f3428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ed818933b548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cac8f26d7141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e13367de37744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8087b977cd346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46ce16582840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8197DF-77AA-44A7-B88B-5979DBE54F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0943CE-F488-4ECD-85A5-DC447404E4B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FA6C6A-678F-4E89-9D8F-D49908035C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91ECC1-D495-4D8B-BDE3-0D9F7412AA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0F2F9B-D7F5-4A81-AD60-AC2F16EACC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178D6A-A4EF-4D51-B8BC-0B64C41A17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B389E1-7DFB-4AA5-BDF6-62426E7B045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BC10DB-74DC-458D-BA44-B5ED376DB9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7D2E01-9DAA-4802-90F0-93EE8E7792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715870-6841-4624-9DF5-1B3286B3BB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bdf40098694585" /><Relationship Type="http://schemas.openxmlformats.org/officeDocument/2006/relationships/slideLayout" Target="/ppt/slideLayouts/slideLayout1.xml" Id="Rbe494ba915594867" /><Relationship Type="http://schemas.openxmlformats.org/officeDocument/2006/relationships/slideLayout" Target="/ppt/slideLayouts/slideLayout2.xml" Id="Rc2723adec45c4c3b" /><Relationship Type="http://schemas.openxmlformats.org/officeDocument/2006/relationships/slideLayout" Target="/ppt/slideLayouts/slideLayout3.xml" Id="R5075680acca3415f" /><Relationship Type="http://schemas.openxmlformats.org/officeDocument/2006/relationships/slideLayout" Target="/ppt/slideLayouts/slideLayout4.xml" Id="R78896aa8c22a4a6b" /><Relationship Type="http://schemas.openxmlformats.org/officeDocument/2006/relationships/slideLayout" Target="/ppt/slideLayouts/slideLayout5.xml" Id="R06c8c774b04441ce" /><Relationship Type="http://schemas.openxmlformats.org/officeDocument/2006/relationships/slideLayout" Target="/ppt/slideLayouts/slideLayout6.xml" Id="R715a6b7c35fa42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494ba915594867"/>
    <p:sldLayoutId xmlns:r="http://schemas.openxmlformats.org/officeDocument/2006/relationships" id="2147483650" r:id="Rc2723adec45c4c3b"/>
    <p:sldLayoutId xmlns:r="http://schemas.openxmlformats.org/officeDocument/2006/relationships" id="2147483651" r:id="R5075680acca3415f"/>
    <p:sldLayoutId xmlns:r="http://schemas.openxmlformats.org/officeDocument/2006/relationships" id="2147483652" r:id="R78896aa8c22a4a6b"/>
    <p:sldLayoutId xmlns:r="http://schemas.openxmlformats.org/officeDocument/2006/relationships" id="2147483653" r:id="R06c8c774b04441ce"/>
    <p:sldLayoutId xmlns:r="http://schemas.openxmlformats.org/officeDocument/2006/relationships" id="2147483654" r:id="R715a6b7c35fa42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31080db6654d23" /><Relationship Type="http://schemas.openxmlformats.org/officeDocument/2006/relationships/image" Target="/ppt/media/image.bin" Id="Rfee267c181f14277" /><Relationship Type="http://schemas.openxmlformats.org/officeDocument/2006/relationships/notesSlide" Target="/ppt/notesSlides/notesSlide1.xml" Id="R15fee5bd013841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4058e9aee34716" /><Relationship Type="http://schemas.openxmlformats.org/officeDocument/2006/relationships/notesSlide" Target="/ppt/notesSlides/notesSlide2.xml" Id="Re7291b880b7440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ca543f5a2f4413" /><Relationship Type="http://schemas.openxmlformats.org/officeDocument/2006/relationships/image" Target="/ppt/media/image2.bin" Id="Rbd76a9580f0a4668" /><Relationship Type="http://schemas.openxmlformats.org/officeDocument/2006/relationships/notesSlide" Target="/ppt/notesSlides/notesSlide3.xml" Id="R078a30e6104e4f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d061b123ce40a8" /><Relationship Type="http://schemas.openxmlformats.org/officeDocument/2006/relationships/notesSlide" Target="/ppt/notesSlides/notesSlide4.xml" Id="R5065900aa1f64c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239294f4a1442f" /><Relationship Type="http://schemas.openxmlformats.org/officeDocument/2006/relationships/notesSlide" Target="/ppt/notesSlides/notesSlide5.xml" Id="Rccfffdf2820347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86a5bbfe2a4a55" /><Relationship Type="http://schemas.openxmlformats.org/officeDocument/2006/relationships/notesSlide" Target="/ppt/notesSlides/notesSlide6.xml" Id="R30f99ef0aa4c4d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9d627fd5dd461c" /><Relationship Type="http://schemas.openxmlformats.org/officeDocument/2006/relationships/image" Target="/ppt/media/image3.bin" Id="Rfbac46e24eb44c5f" /><Relationship Type="http://schemas.openxmlformats.org/officeDocument/2006/relationships/notesSlide" Target="/ppt/notesSlides/notesSlide7.xml" Id="Rdcaddb083bfe47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e3fb6d6d6c24d50" /><Relationship Type="http://schemas.openxmlformats.org/officeDocument/2006/relationships/notesSlide" Target="/ppt/notesSlides/notesSlide8.xml" Id="R9a82f6f172f848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058d0355834120" /><Relationship Type="http://schemas.openxmlformats.org/officeDocument/2006/relationships/notesSlide" Target="/ppt/notesSlides/notesSlide9.xml" Id="R43a2bb55c73649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5d374d243548c5" /><Relationship Type="http://schemas.openxmlformats.org/officeDocument/2006/relationships/image" Target="/ppt/media/image4.bin" Id="R14409ae51aa445ab" /><Relationship Type="http://schemas.openxmlformats.org/officeDocument/2006/relationships/image" Target="/ppt/media/image5.bin" Id="Rb37c6b5962344e06" /><Relationship Type="http://schemas.openxmlformats.org/officeDocument/2006/relationships/image" Target="/ppt/media/image6.bin" Id="R7383ef9356bd4482" /><Relationship Type="http://schemas.openxmlformats.org/officeDocument/2006/relationships/image" Target="/ppt/media/image7.bin" Id="Rffc2e13568d646a7" /><Relationship Type="http://schemas.openxmlformats.org/officeDocument/2006/relationships/notesSlide" Target="/ppt/notesSlides/notesSlide10.xml" Id="R0e2b0caf09744a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42a7175a0247e8" /><Relationship Type="http://schemas.openxmlformats.org/officeDocument/2006/relationships/notesSlide" Target="/ppt/notesSlides/notesSlide11.xml" Id="R91ee80c1c03b45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56a6978bb54c64" /><Relationship Type="http://schemas.openxmlformats.org/officeDocument/2006/relationships/notesSlide" Target="/ppt/notesSlides/notesSlide12.xml" Id="R3bf534b8a61b4a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a4a64f82f945e6" /><Relationship Type="http://schemas.openxmlformats.org/officeDocument/2006/relationships/notesSlide" Target="/ppt/notesSlides/notesSlide13.xml" Id="R3b443af8d1cf4b4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f61bd4a7eb749cb" /><Relationship Type="http://schemas.openxmlformats.org/officeDocument/2006/relationships/notesSlide" Target="/ppt/notesSlides/notesSlide14.xml" Id="Rcf8213f8e8bb4f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09b8b6f4b24df3" /><Relationship Type="http://schemas.openxmlformats.org/officeDocument/2006/relationships/notesSlide" Target="/ppt/notesSlides/notesSlide15.xml" Id="R1d25ae0661d443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225da8c927e49bf" /><Relationship Type="http://schemas.openxmlformats.org/officeDocument/2006/relationships/notesSlide" Target="/ppt/notesSlides/notesSlide16.xml" Id="R1b74c9a15aac484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65b4c86a2614460" /><Relationship Type="http://schemas.openxmlformats.org/officeDocument/2006/relationships/notesSlide" Target="/ppt/notesSlides/notesSlide17.xml" Id="R29e16f7e2ba3457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bf7c3691159423e" /><Relationship Type="http://schemas.openxmlformats.org/officeDocument/2006/relationships/notesSlide" Target="/ppt/notesSlides/notesSlide18.xml" Id="R03af79e6186045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b29887e082b4a5d" /><Relationship Type="http://schemas.openxmlformats.org/officeDocument/2006/relationships/notesSlide" Target="/ppt/notesSlides/notesSlide19.xml" Id="R62761971ad9e48d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7016cb3e8fe4ab1" /><Relationship Type="http://schemas.openxmlformats.org/officeDocument/2006/relationships/notesSlide" Target="/ppt/notesSlides/notesSlide20.xml" Id="R50240cc5955344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bdd9b5241c54827" /><Relationship Type="http://schemas.openxmlformats.org/officeDocument/2006/relationships/notesSlide" Target="/ppt/notesSlides/notesSlide21.xml" Id="R26295fd68afd42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80dd5947f0644ad" /><Relationship Type="http://schemas.openxmlformats.org/officeDocument/2006/relationships/notesSlide" Target="/ppt/notesSlides/notesSlide22.xml" Id="Rb2ebd1efc33449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9de39c001ef4311" /><Relationship Type="http://schemas.openxmlformats.org/officeDocument/2006/relationships/notesSlide" Target="/ppt/notesSlides/notesSlide23.xml" Id="R35de8914e9be4b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35c9a3cabfc47ed" /><Relationship Type="http://schemas.openxmlformats.org/officeDocument/2006/relationships/notesSlide" Target="/ppt/notesSlides/notesSlide24.xml" Id="R7b1ea549c74148a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7ec1238768843ac" /><Relationship Type="http://schemas.openxmlformats.org/officeDocument/2006/relationships/notesSlide" Target="/ppt/notesSlides/notesSlide25.xml" Id="R1fce087a5757495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c2515f199954b78" /><Relationship Type="http://schemas.openxmlformats.org/officeDocument/2006/relationships/notesSlide" Target="/ppt/notesSlides/notesSlide26.xml" Id="Rf30e4ec54e4046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2af282a60704e71" /><Relationship Type="http://schemas.openxmlformats.org/officeDocument/2006/relationships/notesSlide" Target="/ppt/notesSlides/notesSlide27.xml" Id="Rf28497619c6247f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3fa3406055b4715" /><Relationship Type="http://schemas.openxmlformats.org/officeDocument/2006/relationships/notesSlide" Target="/ppt/notesSlides/notesSlide28.xml" Id="Rd841ff2de7284aa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c914b9d23e6487e" /><Relationship Type="http://schemas.openxmlformats.org/officeDocument/2006/relationships/hyperlink" Target="https://www.perplexity.ai/" TargetMode="External" Id="Rc6942ebf99334d18" /><Relationship Type="http://schemas.openxmlformats.org/officeDocument/2006/relationships/notesSlide" Target="/ppt/notesSlides/notesSlide29.xml" Id="Rde2404fb4774401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3c39356e9a94c11" /><Relationship Type="http://schemas.openxmlformats.org/officeDocument/2006/relationships/notesSlide" Target="/ppt/notesSlides/notesSlide30.xml" Id="R0464f5d276c3482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fb1a6a8310e4d3d" /><Relationship Type="http://schemas.openxmlformats.org/officeDocument/2006/relationships/notesSlide" Target="/ppt/notesSlides/notesSlide31.xml" Id="R028adba33a5e48b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dc22ba6a3c84bfd" /><Relationship Type="http://schemas.openxmlformats.org/officeDocument/2006/relationships/notesSlide" Target="/ppt/notesSlides/notesSlide32.xml" Id="R410aa3bfb7f0468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d9c7b135d024e35" /><Relationship Type="http://schemas.openxmlformats.org/officeDocument/2006/relationships/image" Target="/ppt/media/image8.bin" Id="R2247313fed79435a" /><Relationship Type="http://schemas.openxmlformats.org/officeDocument/2006/relationships/hyperlink" Target="https://notebooklm.google.com/" TargetMode="External" Id="Rf68f9d19a3a84d9d" /><Relationship Type="http://schemas.openxmlformats.org/officeDocument/2006/relationships/notesSlide" Target="/ppt/notesSlides/notesSlide33.xml" Id="R972836375b22483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00c223fe48b4cb2" /><Relationship Type="http://schemas.openxmlformats.org/officeDocument/2006/relationships/notesSlide" Target="/ppt/notesSlides/notesSlide34.xml" Id="R16ca78c6bff944c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61548656f284fbd" /><Relationship Type="http://schemas.openxmlformats.org/officeDocument/2006/relationships/notesSlide" Target="/ppt/notesSlides/notesSlide35.xml" Id="R704d6a51dd464cd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d6a978674a34bf3" /><Relationship Type="http://schemas.openxmlformats.org/officeDocument/2006/relationships/notesSlide" Target="/ppt/notesSlides/notesSlide36.xml" Id="R06842bda182345e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7e4fa5cd32d84a10" /><Relationship Type="http://schemas.openxmlformats.org/officeDocument/2006/relationships/notesSlide" Target="/ppt/notesSlides/notesSlide37.xml" Id="Ra62638af64964a8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9e3a061d0834219" /><Relationship Type="http://schemas.openxmlformats.org/officeDocument/2006/relationships/notesSlide" Target="/ppt/notesSlides/notesSlide38.xml" Id="R8ac286750d0b4e3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e359b8879a84b98" /><Relationship Type="http://schemas.openxmlformats.org/officeDocument/2006/relationships/notesSlide" Target="/ppt/notesSlides/notesSlide39.xml" Id="Rfcbbdda94aab4b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2aa0a909fce4921" /><Relationship Type="http://schemas.openxmlformats.org/officeDocument/2006/relationships/image" Target="/ppt/media/image9.bin" Id="Rdd82c21db8e84e25" /><Relationship Type="http://schemas.openxmlformats.org/officeDocument/2006/relationships/hyperlink" Target="https://manus.im/" TargetMode="External" Id="R95f6a96cda384a82" /><Relationship Type="http://schemas.openxmlformats.org/officeDocument/2006/relationships/notesSlide" Target="/ppt/notesSlides/notesSlide40.xml" Id="R40a08498817044a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d6d667c1323426a" /><Relationship Type="http://schemas.openxmlformats.org/officeDocument/2006/relationships/notesSlide" Target="/ppt/notesSlides/notesSlide41.xml" Id="Rd02c15cb6da24e3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ddc1944a62d408e" /><Relationship Type="http://schemas.openxmlformats.org/officeDocument/2006/relationships/notesSlide" Target="/ppt/notesSlides/notesSlide42.xml" Id="R4c1f767384ea4af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12b7e4abab3b45be" /><Relationship Type="http://schemas.openxmlformats.org/officeDocument/2006/relationships/notesSlide" Target="/ppt/notesSlides/notesSlide43.xml" Id="R7b16b05131ee4bc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232a65b358a04ce0" /><Relationship Type="http://schemas.openxmlformats.org/officeDocument/2006/relationships/notesSlide" Target="/ppt/notesSlides/notesSlide44.xml" Id="R5a36f276a8b0416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93d796f366e4b2e" /><Relationship Type="http://schemas.openxmlformats.org/officeDocument/2006/relationships/notesSlide" Target="/ppt/notesSlides/notesSlide45.xml" Id="R1d5354bd218648e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5f2faa56d37c492e" /><Relationship Type="http://schemas.openxmlformats.org/officeDocument/2006/relationships/notesSlide" Target="/ppt/notesSlides/notesSlide46.xml" Id="Re97e2cda89864cc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9ab2e92336a4efd" /><Relationship Type="http://schemas.openxmlformats.org/officeDocument/2006/relationships/notesSlide" Target="/ppt/notesSlides/notesSlide47.xml" Id="Rca2eee01f2044fa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a2eec5694014ee0" /><Relationship Type="http://schemas.openxmlformats.org/officeDocument/2006/relationships/image" Target="/ppt/media/image10.bin" Id="Rd9c548cfaaf64364" /><Relationship Type="http://schemas.openxmlformats.org/officeDocument/2006/relationships/notesSlide" Target="/ppt/notesSlides/notesSlide48.xml" Id="R9770f06d37564bcb" /></Relationships>
</file>

<file path=ppt/slides/slide1.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gradFill>
          <a:gsLst>
            <a:gs pos="0">
              <a:srgbClr val="F7F8FC"/>
            </a:gs>
            <a:gs pos="100000">
              <a:srgbClr val="EDF0FA"/>
            </a:gs>
          </a:gsLst>
          <a:lin ang="8400000"/>
        </a:gradFill>
      </ns0:bgPr>
    </ns0:bg>
    <ns0:spTree>
      <ns0:nvGrpSpPr>
        <ns0:cNvPr id="1" name=""/>
        <ns0:cNvGrpSpPr/>
        <ns0:nvPr/>
      </ns0:nvGrpSpPr>
      <ns0:grpSpPr>
        <a:xfrm/>
      </ns0:grpSpPr>
      <ns0:pic>
        <ns0:nvPicPr>
          <ns0:cNvPr id="7" name="">
            <a:extLst>
              <a:ext uri="{FF2B5EF4-FFF2-40B4-BE49-F238E27FC236}">
                <ns2:creationId id="{CA3C71BA-E1E4-4FC7-973F-E773A56F4CBB}"/>
              </a:ext>
            </a:extLst>
          </ns0:cNvPr>
          <ns0:cNvPicPr>
            <a:picLocks noChangeAspect="1"/>
          </ns0:cNvPicPr>
          <ns0:nvPr/>
        </ns0:nvPicPr>
        <ns0:blipFill>
          <a:blip ns3:embed="Rfee267c181f14277"/>
          <a:srcRect l="0" t="0" r="0" b="0"/>
          <a:stretch>
            <a:fillRect l="0" t="0" r="0" b="0"/>
          </a:stretch>
        </ns0:blipFill>
        <ns0:spPr>
          <a:xfrm>
            <a:off x="0" y="0"/>
            <a:ext cx="12192000" cy="6858000"/>
          </a:xfrm>
          <a:prstGeom prst="rect">
            <a:avLst/>
          </a:prstGeom>
        </ns0:spPr>
      </ns0:pic>
      <ns0:sp>
        <ns0:nvSpPr>
          <ns0:cNvPr id="2" name="editable-בית הספר האקדמי לסיעוד בני ציון">
            <a:extLst>
              <a:ext uri="{FF2B5EF4-FFF2-40B4-BE49-F238E27FC236}">
                <ns2:creationId id="{391C706C-8402-4DC7-B23E-0AB48ECA2A68}"/>
              </a:ext>
            </a:extLst>
          </ns0:cNvPr>
          <ns0:cNvSpPr>
            <a:spLocks noGrp="1"/>
          </ns0:cNvSpPr>
          <ns0:nvPr/>
        </ns0:nvSpPr>
        <ns0:spPr>
          <a:xfrm>
            <a:off x="6048375" y="952500"/>
            <a:ext cx="5286375" cy="5715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ns0:txBody>
      </ns0:sp>
      <ns0:sp>
        <ns0:nvSpPr>
          <ns0:cNvPr id="3" name="editable-בינה מלאכותית&#10;בעבודה שלכם">
            <a:extLst>
              <a:ext uri="{FF2B5EF4-FFF2-40B4-BE49-F238E27FC236}">
                <ns2:creationId id="{8C42BB99-7644-49EB-B7D3-52851D180375}"/>
              </a:ext>
            </a:extLst>
          </ns0:cNvPr>
          <ns0:cNvSpPr>
            <a:spLocks noGrp="1"/>
          </ns0:cNvSpPr>
          <ns0:nvPr/>
        </ns0:nvSpPr>
        <ns0:spPr>
          <a:xfrm>
            <a:off x="6048375" y="2000250"/>
            <a:ext cx="5286375" cy="1905000"/>
          </a:xfrm>
          <a:prstGeom prst="rect">
            <a:avLst/>
          </a:prstGeom>
          <a:noFill/>
          <a:ln w="0">
            <a:noFill/>
          </a:ln>
        </ns0:spPr>
        <ns0: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בינה מלאכותית</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בעבודה שלכם</a:t>
            </a:r>
          </a:p>
        </ns0:txBody>
      </ns0:sp>
      <ns0:sp>
        <ns0:nvSpPr>
          <ns0:cNvPr id="4" name="editable-מפגש ראשון&#10;כלים, פרומפטים ובדיקת מי">
            <a:extLst>
              <a:ext uri="{FF2B5EF4-FFF2-40B4-BE49-F238E27FC236}">
                <ns2:creationId id="{3607C683-080B-4C5E-8F7E-7C29196F7B23}"/>
              </a:ext>
            </a:extLst>
          </ns0:cNvPr>
          <ns0:cNvSpPr>
            <a:spLocks noGrp="1"/>
          </ns0:cNvSpPr>
          <ns0:nvPr/>
        </ns0:nvSpPr>
        <ns0:spPr>
          <a:xfrm>
            <a:off x="6000750" y="4210050"/>
            <a:ext cx="5334000" cy="1143000"/>
          </a:xfrm>
          <a:prstGeom prst="rect">
            <a:avLst/>
          </a:prstGeom>
          <a:noFill/>
          <a:ln w="0">
            <a:noFill/>
          </a:ln>
        </ns0:spPr>
        <ns0: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פרומפטים ובדיקת מידע</a:t>
            </a:r>
          </a:p>
        </ns0:txBody>
      </ns0:sp>
      <ns0:sp>
        <ns0:nvSpPr>
          <ns0:cNvPr id="5" name="editable-כפיר משה יעקובי">
            <a:extLst>
              <a:ext uri="{FF2B5EF4-FFF2-40B4-BE49-F238E27FC236}">
                <ns2:creationId id="{1B6981E6-42B8-4CA8-9838-B1A6B3BA4704}"/>
              </a:ext>
            </a:extLst>
          </ns0:cNvPr>
          <ns0:cNvSpPr>
            <a:spLocks noGrp="1"/>
          </ns0:cNvSpPr>
          <ns0:nvPr/>
        </ns0:nvSpPr>
        <ns0:spPr>
          <a:xfrm>
            <a:off x="6048375" y="5657850"/>
            <a:ext cx="5286375" cy="4572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ns0:txBody>
      </ns0:sp>
      <ns0:sp>
        <ns0:nvSpPr>
          <ns0:cNvPr id="6" name="editable-01">
            <a:extLst>
              <a:ext uri="{FF2B5EF4-FFF2-40B4-BE49-F238E27FC236}">
                <ns2:creationId id="{D1200915-D8E2-4ED6-96CB-31EC56D823E7}"/>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ns0:txBody>
      </ns0:sp>
    </ns0:spTree>
    <ns0:extLst>
      <ns0:ext uri="{BB962C8B-B14F-4D97-AF65-F5344CB8AC3E}">
        <ns4:creationId val="1888315048"/>
      </ns0:ext>
    </ns0:extLst>
  </ns0:cSld>
</ns0:sld>
</file>

<file path=ppt/slides/slide2.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איזו משימה&#10;חוזרת אצלכם?">
            <a:extLst>
              <a:ext uri="{FF2B5EF4-FFF2-40B4-BE49-F238E27FC236}">
                <ns2:creationId id="{01FB826F-A2BB-454E-BB12-CFF398A18D17}"/>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ns0:txBody>
      </ns0:sp>
      <ns0:sp>
        <ns0:nvSpPr>
          <ns0:cNvPr id="2" name="editable-הודעה, הסבר, סיכום או איתור מידע">
            <a:extLst>
              <a:ext uri="{FF2B5EF4-FFF2-40B4-BE49-F238E27FC236}">
                <ns2:creationId id="{79051842-0F04-4215-99F9-98D735F82C1C}"/>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הודעה, הסבר, סיכום או איתור מידע</a:t>
            </a:r>
          </a:p>
        </ns0:txBody>
      </ns0:sp>
      <ns0:sp>
        <ns0:nvSpPr>
          <ns0:cNvPr id="3" name="editable-02">
            <a:extLst>
              <a:ext uri="{FF2B5EF4-FFF2-40B4-BE49-F238E27FC236}">
                <ns2:creationId id="{34B3CE0C-D4F2-49A1-916D-446996A3F73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ns0:txBody>
      </ns0:sp>
    </ns0:spTree>
    <ns0:extLst>
      <ns0:ext uri="{BB962C8B-B14F-4D97-AF65-F5344CB8AC3E}">
        <ns3:creationId val="326590292"/>
      </ns0:ext>
    </ns0:extLst>
  </ns0:cSld>
</ns0:sld>
</file>

<file path=ppt/slides/slide3.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8FC"/>
        </a:solidFill>
      </ns0:bgPr>
    </ns0:bg>
    <ns0:spTree>
      <ns0:nvGrpSpPr>
        <ns0:cNvPr id="1" name=""/>
        <ns0:cNvGrpSpPr/>
        <ns0:nvPr/>
      </ns0:nvGrpSpPr>
      <ns0:grpSpPr>
        <a:xfrm/>
      </ns0:grpSpPr>
      <ns0:pic>
        <ns0:nvPicPr>
          <ns0:cNvPr id="6" name="">
            <a:extLst>
              <a:ext uri="{FF2B5EF4-FFF2-40B4-BE49-F238E27FC236}">
                <ns2:creationId id="{07AA4087-758C-4388-ACC8-195F07DF270D}"/>
              </a:ext>
            </a:extLst>
          </ns0:cNvPr>
          <ns0:cNvPicPr>
            <a:picLocks noChangeAspect="1"/>
          </ns0:cNvPicPr>
          <ns0:nvPr/>
        </ns0:nvPicPr>
        <ns0:blipFill>
          <a:blip ns3:embed="Rbd76a9580f0a4668"/>
          <a:srcRect l="13021" t="0" r="13021" b="0"/>
          <a:stretch>
            <a:fillRect l="0" t="0" r="0" b="0"/>
          </a:stretch>
        </ns0:blipFill>
        <ns0:spPr>
          <a:xfrm>
            <a:off x="1000125" y="1143000"/>
            <a:ext cx="3381375" cy="4572000"/>
          </a:xfrm>
          <a:prstGeom prst="rect">
            <a:avLst/>
          </a:prstGeom>
        </ns0:spPr>
      </ns0:pic>
      <ns0:sp>
        <ns0:nvSpPr>
          <ns0:cNvPr id="2" name="editable-נעים להכיר">
            <a:extLst>
              <a:ext uri="{FF2B5EF4-FFF2-40B4-BE49-F238E27FC236}">
                <ns2:creationId id="{5E2F155C-61EB-429B-8F2E-7E8DA549381E}"/>
              </a:ext>
            </a:extLst>
          </ns0:cNvPr>
          <ns0:cNvSpPr>
            <a:spLocks noGrp="1"/>
          </ns0:cNvSpPr>
          <ns0:nvPr/>
        </ns0:nvSpPr>
        <ns0:spPr>
          <a:xfrm>
            <a:off x="5286375" y="1476375"/>
            <a:ext cx="5953125" cy="619125"/>
          </a:xfrm>
          <a:prstGeom prst="rect">
            <a:avLst/>
          </a:prstGeom>
          <a:noFill/>
          <a:ln w="0">
            <a:noFill/>
          </a:ln>
        </ns0:spPr>
        <ns0: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ns0:txBody>
      </ns0:sp>
      <ns0:sp>
        <ns0:nvSpPr>
          <ns0:cNvPr id="3" name="editable-כפיר משה יעקובי">
            <a:extLst>
              <a:ext uri="{FF2B5EF4-FFF2-40B4-BE49-F238E27FC236}">
                <ns2:creationId id="{152E3C8A-119D-4842-B1DE-022D2AEDAF1B}"/>
              </a:ext>
            </a:extLst>
          </ns0:cNvPr>
          <ns0:cNvSpPr>
            <a:spLocks noGrp="1"/>
          </ns0:cNvSpPr>
          <ns0:nvPr/>
        </ns0:nvSpPr>
        <ns0:spPr>
          <a:xfrm>
            <a:off x="5286375" y="2476500"/>
            <a:ext cx="5953125" cy="1428750"/>
          </a:xfrm>
          <a:prstGeom prst="rect">
            <a:avLst/>
          </a:prstGeom>
          <a:noFill/>
          <a:ln w="0">
            <a:noFill/>
          </a:ln>
        </ns0:spPr>
        <ns0: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ns0:txBody>
      </ns0:sp>
      <ns0:sp>
        <ns0:nvSpPr>
          <ns0:cNvPr id="4" name="editable-מרצה לבינה מלאכותית ויועץ דיגיטלי ל">
            <a:extLst>
              <a:ext uri="{FF2B5EF4-FFF2-40B4-BE49-F238E27FC236}">
                <ns2:creationId id="{550ED0E8-3464-4ADD-9A5E-0560AD39095F}"/>
              </a:ext>
            </a:extLst>
          </ns0:cNvPr>
          <ns0:cNvSpPr>
            <a:spLocks noGrp="1"/>
          </ns0:cNvSpPr>
          <ns0:nvPr/>
        </ns0:nvSpPr>
        <ns0:spPr>
          <a:xfrm>
            <a:off x="5286375" y="4305300"/>
            <a:ext cx="5953125" cy="1000125"/>
          </a:xfrm>
          <a:prstGeom prst="rect">
            <a:avLst/>
          </a:prstGeom>
          <a:noFill/>
          <a:ln w="0">
            <a:noFill/>
          </a:ln>
        </ns0:spPr>
        <ns0: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ns0:txBody>
      </ns0:sp>
      <ns0:sp>
        <ns0:nvSpPr>
          <ns0:cNvPr id="5" name="editable-03">
            <a:extLst>
              <a:ext uri="{FF2B5EF4-FFF2-40B4-BE49-F238E27FC236}">
                <ns2:creationId id="{11519420-DC93-40E3-B90B-B0EED3977FD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ns0:txBody>
      </ns0:sp>
    </ns0:spTree>
    <ns0:extLst>
      <ns0:ext uri="{BB962C8B-B14F-4D97-AF65-F5344CB8AC3E}">
        <ns4:creationId val="1142737999"/>
      </ns0:ext>
    </ns0:extLst>
  </ns0:cSld>
</ns0:sld>
</file>

<file path=ppt/slides/slide4.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בסוף המפגש">
            <a:extLst>
              <a:ext uri="{FF2B5EF4-FFF2-40B4-BE49-F238E27FC236}">
                <ns2:creationId id="{E71425B8-5E3F-43B6-B156-DE5ECEC73349}"/>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בסוף המפגש</a:t>
            </a:r>
          </a:p>
        </ns0:txBody>
      </ns0:sp>
      <ns0:sp>
        <ns0:nvSpPr>
          <ns0:cNvPr id="2" name="editable-טיוטה שבדקתם">
            <a:extLst>
              <a:ext uri="{FF2B5EF4-FFF2-40B4-BE49-F238E27FC236}">
                <ns2:creationId id="{7903F6A0-CD54-49C8-BB04-66B5B024739F}"/>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טיוטה שבדקתם</a:t>
            </a:r>
          </a:p>
        </ns0:txBody>
      </ns0:sp>
      <ns0:sp>
        <ns0:nvSpPr>
          <ns0:cNvPr id="3" name="editable-מקור שפתחתם">
            <a:extLst>
              <a:ext uri="{FF2B5EF4-FFF2-40B4-BE49-F238E27FC236}">
                <ns2:creationId id="{A286D834-035C-42A0-B2A0-01BA16F18956}"/>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מקור שפתחתם</a:t>
            </a:r>
          </a:p>
        </ns0:txBody>
      </ns0:sp>
      <ns0:sp>
        <ns0:nvSpPr>
          <ns0:cNvPr id="4" name="editable-משימה אחת להמשך">
            <a:extLst>
              <a:ext uri="{FF2B5EF4-FFF2-40B4-BE49-F238E27FC236}">
                <ns2:creationId id="{65E42EE6-AEF0-4292-BED0-2CAC86243628}"/>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משימה אחת להמשך</a:t>
            </a:r>
          </a:p>
        </ns0:txBody>
      </ns0:sp>
      <ns0:sp>
        <ns0:nvSpPr>
          <ns0:cNvPr id="5" name="editable-04">
            <a:extLst>
              <a:ext uri="{FF2B5EF4-FFF2-40B4-BE49-F238E27FC236}">
                <ns2:creationId id="{2F89180C-CC9F-41ED-89B2-A077E48A86DC}"/>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04</a:t>
            </a:r>
          </a:p>
        </ns0:txBody>
      </ns0:sp>
    </ns0:spTree>
    <ns0:extLst>
      <ns0:ext uri="{BB962C8B-B14F-4D97-AF65-F5344CB8AC3E}">
        <ns3:creationId val="1790216570"/>
      </ns0:ext>
    </ns0:extLst>
  </ns0:cSld>
</ns0:sld>
</file>

<file path=ppt/slides/slide5.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חשבון חינמי אחד&#10;מספיק להתחלה">
            <a:extLst>
              <a:ext uri="{FF2B5EF4-FFF2-40B4-BE49-F238E27FC236}">
                <ns2:creationId id="{19D423DB-515E-4088-A680-F3B1612667BD}"/>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חשבון חינמי אחד</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מספיק להתחלה</a:t>
            </a:r>
          </a:p>
        </ns0:txBody>
      </ns0:sp>
      <ns0:sp>
        <ns0:nvSpPr>
          <ns0:cNvPr id="2" name="editable-ChatGPT, Claude&#10;Gemini, Copilot">
            <a:extLst>
              <a:ext uri="{FF2B5EF4-FFF2-40B4-BE49-F238E27FC236}">
                <ns2:creationId id="{6A992EEA-4617-4E8A-9B8D-2A726629C297}"/>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a:defRPr sz="2700" b="0">
                <a:solidFill>
                  <a:srgbClr val="191B2B"/>
                </a:solidFill>
                <a:latin typeface="Arial"/>
                <a:ea typeface="Arial"/>
                <a:cs typeface="Arial"/>
              </a:defRPr>
            </a:pPr>
            <a:r>
              <a:rPr sz="2700" b="0">
                <a:solidFill>
                  <a:srgbClr val="191B2B"/>
                </a:solidFill>
                <a:latin typeface="Arial"/>
                <a:ea typeface="Arial"/>
                <a:cs typeface="Arial"/>
              </a:rPr>
              <a:t>ChatGPT, Claude</a:t>
            </a:r>
          </a:p>
          <a:p>
            <a:pPr algn="ctr">
              <a:defRPr sz="2700" b="0">
                <a:solidFill>
                  <a:srgbClr val="191B2B"/>
                </a:solidFill>
                <a:latin typeface="Arial"/>
                <a:ea typeface="Arial"/>
                <a:cs typeface="Arial"/>
              </a:defRPr>
            </a:pPr>
            <a:r>
              <a:rPr sz="2700" b="0">
                <a:solidFill>
                  <a:srgbClr val="191B2B"/>
                </a:solidFill>
                <a:latin typeface="Arial"/>
                <a:ea typeface="Arial"/>
                <a:cs typeface="Arial"/>
              </a:rPr>
              <a:t>Gemini, Copilot</a:t>
            </a:r>
          </a:p>
        </ns0:txBody>
      </ns0:sp>
      <ns0:sp>
        <ns0:nvSpPr>
          <ns0:cNvPr id="3" name="editable-05">
            <a:extLst>
              <a:ext uri="{FF2B5EF4-FFF2-40B4-BE49-F238E27FC236}">
                <ns2:creationId id="{916ECE65-B4B0-4A70-A983-064E7D8BB633}"/>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05</a:t>
            </a:r>
          </a:p>
        </ns0:txBody>
      </ns0:sp>
    </ns0:spTree>
    <ns0:extLst>
      <ns0:ext uri="{BB962C8B-B14F-4D97-AF65-F5344CB8AC3E}">
        <ns3:creationId val="487663719"/>
      </ns0:ext>
    </ns0:extLst>
  </ns0:cSld>
</ns0:sld>
</file>

<file path=ppt/slides/slide6.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gradFill>
          <a:gsLst>
            <a:gs pos="0">
              <a:srgbClr val="332746"/>
            </a:gs>
            <a:gs pos="100000">
              <a:srgbClr val="24253F"/>
            </a:gs>
          </a:gsLst>
          <a:lin ang="8400000"/>
        </a:gradFill>
      </ns0:bgPr>
    </ns0:bg>
    <ns0:spTree>
      <ns0:nvGrpSpPr>
        <ns0:cNvPr id="1" name=""/>
        <ns0:cNvGrpSpPr/>
        <ns0:nvPr/>
      </ns0:nvGrpSpPr>
      <ns0:grpSpPr>
        <a:xfrm/>
      </ns0:grpSpPr>
      <ns0:sp>
        <ns0:nvSpPr>
          <ns0:cNvPr id="4" name="editable-המידע של היום&#10;פיקטיבי">
            <a:extLst>
              <a:ext uri="{FF2B5EF4-FFF2-40B4-BE49-F238E27FC236}">
                <ns2:creationId id="{51676769-D998-40D0-A45A-EA3CE393A251}"/>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המידע של היום</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פיקטיבי</a:t>
            </a:r>
          </a:p>
        </ns0:txBody>
      </ns0:sp>
      <ns0:sp>
        <ns0:nvSpPr>
          <ns0:cNvPr id="2" name="editable-אין שמות מטופלים, מזהים או מסמכים פ">
            <a:extLst>
              <a:ext uri="{FF2B5EF4-FFF2-40B4-BE49-F238E27FC236}">
                <ns2:creationId id="{E5893CC7-57EA-4552-8851-DF52685D9C98}"/>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אין שמות מטופלים, מזהים או מסמכים פנימיים</a:t>
            </a:r>
          </a:p>
        </ns0:txBody>
      </ns0:sp>
      <ns0:sp>
        <ns0:nvSpPr>
          <ns0:cNvPr id="3" name="editable-06">
            <a:extLst>
              <a:ext uri="{FF2B5EF4-FFF2-40B4-BE49-F238E27FC236}">
                <ns2:creationId id="{2E9C6440-4594-4138-818F-B60F0B74491A}"/>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06</a:t>
            </a:r>
          </a:p>
        </ns0:txBody>
      </ns0:sp>
    </ns0:spTree>
    <ns0:extLst>
      <ns0:ext uri="{BB962C8B-B14F-4D97-AF65-F5344CB8AC3E}">
        <ns3:creationId val="1362380364"/>
      </ns0:ext>
    </ns0:extLst>
  </ns0:cSld>
</ns0:sld>
</file>

<file path=ppt/slides/slide7.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gradFill>
          <a:gsLst>
            <a:gs pos="0">
              <a:srgbClr val="18243D"/>
            </a:gs>
            <a:gs pos="100000">
              <a:srgbClr val="292940"/>
            </a:gs>
          </a:gsLst>
          <a:lin ang="8400000"/>
        </a:gradFill>
      </ns0:bgPr>
    </ns0:bg>
    <ns0:spTree>
      <ns0:nvGrpSpPr>
        <ns0:cNvPr id="1" name=""/>
        <ns0:cNvGrpSpPr/>
        <ns0:nvPr/>
      </ns0:nvGrpSpPr>
      <ns0:grpSpPr>
        <a:xfrm/>
      </ns0:grpSpPr>
      <ns0:pic>
        <ns0:nvPicPr>
          <ns0:cNvPr id="5" name="">
            <a:extLst>
              <a:ext uri="{FF2B5EF4-FFF2-40B4-BE49-F238E27FC236}">
                <ns2:creationId id="{5820FCA9-D77B-470D-9BC6-95C13158584B}"/>
              </a:ext>
            </a:extLst>
          </ns0:cNvPr>
          <ns0:cNvPicPr>
            <a:picLocks noChangeAspect="1"/>
          </ns0:cNvPicPr>
          <ns0:nvPr/>
        </ns0:nvPicPr>
        <ns0:blipFill>
          <a:blip ns3:embed="Rfbac46e24eb44c5f"/>
          <a:srcRect l="0" t="0" r="0" b="0"/>
          <a:stretch>
            <a:fillRect l="0" t="0" r="0" b="0"/>
          </a:stretch>
        </ns0:blipFill>
        <ns0:spPr>
          <a:xfrm>
            <a:off x="0" y="0"/>
            <a:ext cx="12192000" cy="6858000"/>
          </a:xfrm>
          <a:prstGeom prst="rect">
            <a:avLst/>
          </a:prstGeom>
        </ns0:spPr>
      </ns0:pic>
      <ns0:sp>
        <ns0:nvSpPr>
          <ns0:cNvPr id="2" name="editable-מודל שפה גדול">
            <a:extLst>
              <a:ext uri="{FF2B5EF4-FFF2-40B4-BE49-F238E27FC236}">
                <ns2:creationId id="{C6815700-4C9E-434B-8C68-7BE592C54EBB}"/>
              </a:ext>
            </a:extLst>
          </ns0:cNvPr>
          <ns0:cNvSpPr>
            <a:spLocks noGrp="1"/>
          </ns0:cNvSpPr>
          <ns0:nvPr/>
        </ns0:nvSpPr>
        <ns0:spPr>
          <a:xfrm>
            <a:off x="6858000" y="1905000"/>
            <a:ext cx="4524375" cy="1143000"/>
          </a:xfrm>
          <a:prstGeom prst="rect">
            <a:avLst/>
          </a:prstGeom>
          <a:noFill/>
          <a:ln w="0">
            <a:noFill/>
          </a:ln>
        </ns0:spPr>
        <ns0: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מודל שפה גדול</a:t>
            </a:r>
          </a:p>
        </ns0:txBody>
      </ns0:sp>
      <ns0:sp>
        <ns0:nvSpPr>
          <ns0:cNvPr id="3" name="editable-מזהה דפוסים ומייצר המשך שמתאים להקש">
            <a:extLst>
              <a:ext uri="{FF2B5EF4-FFF2-40B4-BE49-F238E27FC236}">
                <ns2:creationId id="{5D6AA7EC-2D59-406E-A9EC-E6C8DF375FE0}"/>
              </a:ext>
            </a:extLst>
          </ns0:cNvPr>
          <ns0:cNvSpPr>
            <a:spLocks noGrp="1"/>
          </ns0:cNvSpPr>
          <ns0:nvPr/>
        </ns0:nvSpPr>
        <ns0:spPr>
          <a:xfrm>
            <a:off x="7048500" y="3476625"/>
            <a:ext cx="4333875" cy="1524000"/>
          </a:xfrm>
          <a:prstGeom prst="rect">
            <a:avLst/>
          </a:prstGeom>
          <a:noFill/>
          <a:ln w="0">
            <a:noFill/>
          </a:ln>
        </ns0:spPr>
        <ns0: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מזהה דפוסים ומייצר המשך שמתאים להקשר</a:t>
            </a:r>
          </a:p>
        </ns0:txBody>
      </ns0:sp>
      <ns0:sp>
        <ns0:nvSpPr>
          <ns0:cNvPr id="4" name="editable-07">
            <a:extLst>
              <a:ext uri="{FF2B5EF4-FFF2-40B4-BE49-F238E27FC236}">
                <ns2:creationId id="{3353CB5E-C3DE-4E81-B27D-5A6DC8154827}"/>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07</a:t>
            </a:r>
          </a:p>
        </ns0:txBody>
      </ns0:sp>
    </ns0:spTree>
    <ns0:extLst>
      <ns0:ext uri="{BB962C8B-B14F-4D97-AF65-F5344CB8AC3E}">
        <ns4:creationId val="1699974482"/>
      </ns0:ext>
    </ns0:extLst>
  </ns0:cSld>
</ns0:sld>
</file>

<file path=ppt/slides/slide8.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gradFill>
          <a:gsLst>
            <a:gs pos="0">
              <a:srgbClr val="18243D"/>
            </a:gs>
            <a:gs pos="100000">
              <a:srgbClr val="292940"/>
            </a:gs>
          </a:gsLst>
          <a:lin ang="8400000"/>
        </a:gradFill>
      </ns0:bgPr>
    </ns0:bg>
    <ns0:spTree>
      <ns0:nvGrpSpPr>
        <ns0:cNvPr id="1" name=""/>
        <ns0:cNvGrpSpPr/>
        <ns0:nvPr/>
      </ns0:nvGrpSpPr>
      <ns0:grpSpPr>
        <a:xfrm/>
      </ns0:grpSpPr>
      <ns0:sp>
        <ns0:nvSpPr>
          <ns0:cNvPr id="4" name="editable-״לקראת המפגש&#10;יש להביא...״">
            <a:extLst>
              <a:ext uri="{FF2B5EF4-FFF2-40B4-BE49-F238E27FC236}">
                <ns2:creationId id="{742F653B-B8F9-41C7-9D92-BAE49AB07D29}"/>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״לקראת המפגש</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יש להביא...״</a:t>
            </a:r>
          </a:p>
        </ns0:txBody>
      </ns0:sp>
      <ns0:sp>
        <ns0:nvSpPr>
          <ns0:cNvPr id="2" name="editable-המשך המשפט תלוי במידע שסיפקנו">
            <a:extLst>
              <a:ext uri="{FF2B5EF4-FFF2-40B4-BE49-F238E27FC236}">
                <ns2:creationId id="{B28FDE62-FEBA-4D65-AD34-E5199342DFCA}"/>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המשך המשפט תלוי במידע שסיפקנו</a:t>
            </a:r>
          </a:p>
        </ns0:txBody>
      </ns0:sp>
      <ns0:sp>
        <ns0:nvSpPr>
          <ns0:cNvPr id="3" name="editable-08">
            <a:extLst>
              <a:ext uri="{FF2B5EF4-FFF2-40B4-BE49-F238E27FC236}">
                <ns2:creationId id="{447AB58F-68FB-4700-8BB7-4A42580839FD}"/>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08</a:t>
            </a:r>
          </a:p>
        </ns0:txBody>
      </ns0:sp>
    </ns0:spTree>
    <ns0:extLst>
      <ns0:ext uri="{BB962C8B-B14F-4D97-AF65-F5344CB8AC3E}">
        <ns3:creationId val="681612345"/>
      </ns0:ext>
    </ns0:extLst>
  </ns0:cSld>
</ns0:sld>
</file>

<file path=ppt/slides/slide9.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171B22"/>
        </a:solidFill>
      </ns0:bgPr>
    </ns0:bg>
    <ns0:spTree>
      <ns0:nvGrpSpPr>
        <ns0:cNvPr id="1" name=""/>
        <ns0:cNvGrpSpPr/>
        <ns0:nvPr/>
      </ns0:nvGrpSpPr>
      <ns0:grpSpPr>
        <a:xfrm/>
      </ns0:grpSpPr>
      <ns0:sp>
        <ns0:nvSpPr>
          <ns0:cNvPr id="4" name="editable-ניסוח משכנע&#10;יכול להיות שגוי">
            <a:extLst>
              <a:ext uri="{FF2B5EF4-FFF2-40B4-BE49-F238E27FC236}">
                <ns2:creationId id="{C8FDAFFA-DB7B-4621-AEE3-8DB8D1262259}"/>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ניסוח משכנע</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יכול להיות שגוי</a:t>
            </a:r>
          </a:p>
        </ns0:txBody>
      </ns0:sp>
      <ns0:sp>
        <ns0:nvSpPr>
          <ns0:cNvPr id="2" name="editable-המקור הוא המקום לבדוק את הפרטים">
            <a:extLst>
              <a:ext uri="{FF2B5EF4-FFF2-40B4-BE49-F238E27FC236}">
                <ns2:creationId id="{8477A898-5146-4DC1-BDA4-3FD0DD946D9F}"/>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המקור הוא המקום לבדוק את הפרטים</a:t>
            </a:r>
          </a:p>
        </ns0:txBody>
      </ns0:sp>
      <ns0:sp>
        <ns0:nvSpPr>
          <ns0:cNvPr id="3" name="editable-09">
            <a:extLst>
              <a:ext uri="{FF2B5EF4-FFF2-40B4-BE49-F238E27FC236}">
                <ns2:creationId id="{E29931B6-878E-4EB7-9B78-7DECC1A0C6E9}"/>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09</a:t>
            </a:r>
          </a:p>
        </ns0:txBody>
      </ns0:sp>
    </ns0:spTree>
    <ns0:extLst>
      <ns0:ext uri="{BB962C8B-B14F-4D97-AF65-F5344CB8AC3E}">
        <ns3:creationId val="1640500055"/>
      </ns0:ext>
    </ns0:extLst>
  </ns0:cSld>
</ns0:sld>
</file>

<file path=ppt/slides/slide10.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8FC"/>
        </a:solidFill>
      </ns0:bgPr>
    </ns0:bg>
    <ns0:spTree>
      <ns0:nvGrpSpPr>
        <ns0:cNvPr id="1" name=""/>
        <ns0:cNvGrpSpPr/>
        <ns0:nvPr/>
      </ns0:nvGrpSpPr>
      <ns0:grpSpPr>
        <a:xfrm/>
      </ns0:grpSpPr>
      <ns0:sp>
        <ns0:nvSpPr>
          <ns0:cNvPr id="8" name="editable-ארבעה כלי צ׳אט">
            <a:extLst>
              <a:ext uri="{FF2B5EF4-FFF2-40B4-BE49-F238E27FC236}">
                <ns2:creationId id="{95073A51-EBD6-4C3F-B4ED-5D6DF5D0F2FE}"/>
              </a:ext>
            </a:extLst>
          </ns0:cNvPr>
          <ns0:cNvSpPr>
            <a:spLocks noGrp="1"/>
          </ns0:cNvSpPr>
          <ns0:nvPr/>
        </ns0:nvSpPr>
        <ns0:spPr>
          <a:xfrm>
            <a:off x="762000" y="619125"/>
            <a:ext cx="10668000" cy="952500"/>
          </a:xfrm>
          <a:prstGeom prst="rect">
            <a:avLst/>
          </a:prstGeom>
          <a:noFill/>
          <a:ln w="0">
            <a:noFill/>
          </a:ln>
        </ns0:spPr>
        <ns0: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ארבעה כלי צ׳אט</a:t>
            </a:r>
          </a:p>
        </ns0:txBody>
      </ns0:sp>
      <ns0:pic>
        <ns0:nvPicPr>
          <ns0:cNvPr id="2" name="">
            <a:extLst>
              <a:ext uri="{FF2B5EF4-FFF2-40B4-BE49-F238E27FC236}">
                <ns2:creationId id="{F949312D-0DB1-4F29-A2DD-8528B94D1A65}"/>
              </a:ext>
            </a:extLst>
          </ns0:cNvPr>
          <ns0:cNvPicPr>
            <a:picLocks noChangeAspect="1"/>
          </ns0:cNvPicPr>
          <ns0:nvPr/>
        </ns0:nvPicPr>
        <ns0:blipFill>
          <a:blip ns3:embed="R14409ae51aa445ab"/>
          <a:stretch/>
        </ns0:blipFill>
        <ns0:spPr>
          <a:xfrm>
            <a:off x="7448550" y="2381250"/>
            <a:ext cx="2914650" cy="857250"/>
          </a:xfrm>
          <a:prstGeom prst="rect">
            <a:avLst/>
          </a:prstGeom>
        </ns0:spPr>
      </ns0:pic>
      <ns0:pic>
        <ns0:nvPicPr>
          <ns0:cNvPr id="3" name="">
            <a:extLst>
              <a:ext uri="{FF2B5EF4-FFF2-40B4-BE49-F238E27FC236}">
                <ns2:creationId id="{70271117-D9E5-4181-B9A9-47585A1888B5}"/>
              </a:ext>
            </a:extLst>
          </ns0:cNvPr>
          <ns0:cNvPicPr>
            <a:picLocks noChangeAspect="1"/>
          </ns0:cNvPicPr>
          <ns0:nvPr/>
        </ns0:nvPicPr>
        <ns0:blipFill>
          <a:blip ns3:embed="Rb37c6b5962344e06"/>
          <a:stretch/>
        </ns0:blipFill>
        <ns0:spPr>
          <a:xfrm>
            <a:off x="1195388" y="2381250"/>
            <a:ext cx="3800475" cy="857250"/>
          </a:xfrm>
          <a:prstGeom prst="rect">
            <a:avLst/>
          </a:prstGeom>
        </ns0:spPr>
      </ns0:pic>
      <ns0:pic>
        <ns0:nvPicPr>
          <ns0:cNvPr id="4" name="">
            <a:extLst>
              <a:ext uri="{FF2B5EF4-FFF2-40B4-BE49-F238E27FC236}">
                <ns2:creationId id="{86388D04-D098-489D-BDB2-7E994F2BD6C0}"/>
              </a:ext>
            </a:extLst>
          </ns0:cNvPr>
          <ns0:cNvPicPr>
            <a:picLocks noChangeAspect="1"/>
          </ns0:cNvPicPr>
          <ns0:nvPr/>
        </ns0:nvPicPr>
        <ns0:blipFill>
          <a:blip ns3:embed="R7383ef9356bd4482"/>
          <a:stretch/>
        </ns0:blipFill>
        <ns0:spPr>
          <a:xfrm>
            <a:off x="6927056" y="4048125"/>
            <a:ext cx="3957637" cy="857250"/>
          </a:xfrm>
          <a:prstGeom prst="rect">
            <a:avLst/>
          </a:prstGeom>
        </ns0:spPr>
      </ns0:pic>
      <ns0:pic>
        <ns0:nvPicPr>
          <ns0:cNvPr id="5" name="">
            <a:extLst>
              <a:ext uri="{FF2B5EF4-FFF2-40B4-BE49-F238E27FC236}">
                <ns2:creationId id="{528CB4BC-26FC-4C88-A7E9-AE6D07F615D0}"/>
              </a:ext>
            </a:extLst>
          </ns0:cNvPr>
          <ns0:cNvPicPr>
            <a:picLocks noChangeAspect="1"/>
          </ns0:cNvPicPr>
          <ns0:nvPr/>
        </ns0:nvPicPr>
        <ns0:blipFill>
          <a:blip ns3:embed="Rffc2e13568d646a7"/>
          <a:stretch/>
        </ns0:blipFill>
        <ns0:spPr>
          <a:xfrm>
            <a:off x="1054894" y="4048125"/>
            <a:ext cx="4081463" cy="857250"/>
          </a:xfrm>
          <a:prstGeom prst="rect">
            <a:avLst/>
          </a:prstGeom>
        </ns0:spPr>
      </ns0:pic>
      <ns0:sp>
        <ns0:nvSpPr>
          <ns0:cNvPr id="6" name="editable-אותה בקשה, ניסוחים שונים">
            <a:extLst>
              <a:ext uri="{FF2B5EF4-FFF2-40B4-BE49-F238E27FC236}">
                <ns2:creationId id="{80185D26-056B-4FF3-A3BE-A75E308F23A8}"/>
              </a:ext>
            </a:extLst>
          </ns0:cNvPr>
          <ns0:cNvSpPr>
            <a:spLocks noGrp="1"/>
          </ns0:cNvSpPr>
          <ns0:nvPr/>
        </ns0:nvSpPr>
        <ns0:spPr>
          <a:xfrm>
            <a:off x="857250" y="5810250"/>
            <a:ext cx="10477500" cy="571500"/>
          </a:xfrm>
          <a:prstGeom prst="rect">
            <a:avLst/>
          </a:prstGeom>
          <a:noFill/>
          <a:ln w="0">
            <a:noFill/>
          </a:ln>
        </ns0:spPr>
        <ns0: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אותה בקשה, ניסוחים שונים</a:t>
            </a:r>
          </a:p>
        </ns0:txBody>
      </ns0:sp>
      <ns0:sp>
        <ns0:nvSpPr>
          <ns0:cNvPr id="7" name="editable-10">
            <a:extLst>
              <a:ext uri="{FF2B5EF4-FFF2-40B4-BE49-F238E27FC236}">
                <ns2:creationId id="{EBD6C0A8-353F-4CC6-8449-C4E1983AE725}"/>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ns0:txBody>
      </ns0:sp>
    </ns0:spTree>
    <ns0:extLst>
      <ns0:ext uri="{BB962C8B-B14F-4D97-AF65-F5344CB8AC3E}">
        <ns4:creationId val="1187747870"/>
      </ns0:ext>
    </ns0:extLst>
  </ns0:cSld>
</ns0:sld>
</file>

<file path=ppt/slides/slide11.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7" name="editable-המשימה לפני הכלי">
            <a:extLst>
              <a:ext uri="{FF2B5EF4-FFF2-40B4-BE49-F238E27FC236}">
                <ns2:creationId id="{E6EF0230-B1A6-4EB0-AEC1-9C273ABD2D66}"/>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המשימה לפני הכלי</a:t>
            </a:r>
          </a:p>
        </ns0:txBody>
      </ns0:sp>
      <ns0:sp>
        <ns0:nvSpPr>
          <ns0:cNvPr id="2" name="editable-כתיבה ושיפור בשיחה">
            <a:extLst>
              <a:ext uri="{FF2B5EF4-FFF2-40B4-BE49-F238E27FC236}">
                <ns2:creationId id="{9CDF3386-1E44-4183-81BF-344E34D8F6AA}"/>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כתיבה ושיפור בשיחה</a:t>
            </a:r>
          </a:p>
        </ns0:txBody>
      </ns0:sp>
      <ns0:sp>
        <ns0:nvSpPr>
          <ns0:cNvPr id="3" name="editable-חיפוש עם מקורות">
            <a:extLst>
              <a:ext uri="{FF2B5EF4-FFF2-40B4-BE49-F238E27FC236}">
                <ns2:creationId id="{B352DCFE-B587-4CCF-A314-6E0B2E07BC88}"/>
              </a:ext>
            </a:extLst>
          </ns0:cNvPr>
          <ns0:cNvSpPr>
            <a:spLocks noGrp="1"/>
          </ns0:cNvSpPr>
          <ns0:nvPr/>
        </ns0:nvSpPr>
        <ns0:spPr>
          <a:xfrm>
            <a:off x="1143000" y="3009900"/>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חיפוש עם מקורות</a:t>
            </a:r>
          </a:p>
        </ns0:txBody>
      </ns0:sp>
      <ns0:sp>
        <ns0:nvSpPr>
          <ns0:cNvPr id="4" name="editable-שאלות על מסמכים">
            <a:extLst>
              <a:ext uri="{FF2B5EF4-FFF2-40B4-BE49-F238E27FC236}">
                <ns2:creationId id="{618FE307-E0EA-4EFF-A0BD-72964BF68DF5}"/>
              </a:ext>
            </a:extLst>
          </ns0:cNvPr>
          <ns0:cNvSpPr>
            <a:spLocks noGrp="1"/>
          </ns0:cNvSpPr>
          <ns0:nvPr/>
        </ns0:nvSpPr>
        <ns0:spPr>
          <a:xfrm>
            <a:off x="1143000" y="387667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שאלות על מסמכים</a:t>
            </a:r>
          </a:p>
        </ns0:txBody>
      </ns0:sp>
      <ns0:sp>
        <ns0:nvSpPr>
          <ns0:cNvPr id="5" name="editable-ביצוע משימה בכמה שלבים">
            <a:extLst>
              <a:ext uri="{FF2B5EF4-FFF2-40B4-BE49-F238E27FC236}">
                <ns2:creationId id="{4132AB69-776F-48F3-83AC-5EB2EB5391A3}"/>
              </a:ext>
            </a:extLst>
          </ns0:cNvPr>
          <ns0:cNvSpPr>
            <a:spLocks noGrp="1"/>
          </ns0:cNvSpPr>
          <ns0:nvPr/>
        </ns0:nvSpPr>
        <ns0:spPr>
          <a:xfrm>
            <a:off x="1143000" y="4743450"/>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ביצוע משימה בכמה שלבים</a:t>
            </a:r>
          </a:p>
        </ns0:txBody>
      </ns0:sp>
      <ns0:sp>
        <ns0:nvSpPr>
          <ns0:cNvPr id="6" name="editable-11">
            <a:extLst>
              <a:ext uri="{FF2B5EF4-FFF2-40B4-BE49-F238E27FC236}">
                <ns2:creationId id="{AE0F4A34-E65A-4A9C-8D18-AEB7940AEBE9}"/>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ns0:txBody>
      </ns0:sp>
    </ns0:spTree>
    <ns0:extLst>
      <ns0:ext uri="{BB962C8B-B14F-4D97-AF65-F5344CB8AC3E}">
        <ns3:creationId val="739979541"/>
      </ns0:ext>
    </ns0:extLst>
  </ns0:cSld>
</ns0:sld>
</file>

<file path=ppt/slides/slide12.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בחירת כלי">
            <a:extLst>
              <a:ext uri="{FF2B5EF4-FFF2-40B4-BE49-F238E27FC236}">
                <ns2:creationId id="{BEFBA412-55E6-4A32-8FF7-B3E765E96077}"/>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בחירת כלי</a:t>
            </a:r>
          </a:p>
        </ns0:txBody>
      </ns0:sp>
      <ns0:sp>
        <ns0:nvSpPr>
          <ns0:cNvPr id="2" name="editable-חשבון זמין">
            <a:extLst>
              <a:ext uri="{FF2B5EF4-FFF2-40B4-BE49-F238E27FC236}">
                <ns2:creationId id="{401DF198-00F8-40A9-916E-EDCDC13D417C}"/>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חשבון זמין</a:t>
            </a:r>
          </a:p>
        </ns0:txBody>
      </ns0:sp>
      <ns0:sp>
        <ns0:nvSpPr>
          <ns0:cNvPr id="3" name="editable-תוצאה שאפשר לבדוק">
            <a:extLst>
              <a:ext uri="{FF2B5EF4-FFF2-40B4-BE49-F238E27FC236}">
                <ns2:creationId id="{51EE4145-624E-4F38-AAA0-718723D302E1}"/>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תוצאה שאפשר לבדוק</a:t>
            </a:r>
          </a:p>
        </ns0:txBody>
      </ns0:sp>
      <ns0:sp>
        <ns0:nvSpPr>
          <ns0:cNvPr id="4" name="editable-מידע שמותר להזין">
            <a:extLst>
              <a:ext uri="{FF2B5EF4-FFF2-40B4-BE49-F238E27FC236}">
                <ns2:creationId id="{AE14A637-5A84-4F5C-9B50-3F8548E2A476}"/>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מידע שמותר להזין</a:t>
            </a:r>
          </a:p>
        </ns0:txBody>
      </ns0:sp>
      <ns0:sp>
        <ns0:nvSpPr>
          <ns0:cNvPr id="5" name="editable-12">
            <a:extLst>
              <a:ext uri="{FF2B5EF4-FFF2-40B4-BE49-F238E27FC236}">
                <ns2:creationId id="{6607F2C3-F38A-431E-A510-6FEAE07F0D84}"/>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ns0:txBody>
      </ns0:sp>
    </ns0:spTree>
    <ns0:extLst>
      <ns0:ext uri="{BB962C8B-B14F-4D97-AF65-F5344CB8AC3E}">
        <ns3:creationId val="10916564"/>
      </ns0:ext>
    </ns0:extLst>
  </ns0:cSld>
</ns0:sld>
</file>

<file path=ppt/slides/slide13.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5" name="editable-שאלה חדשה&#10;או המשך שיחה?">
            <a:extLst>
              <a:ext uri="{FF2B5EF4-FFF2-40B4-BE49-F238E27FC236}">
                <ns2:creationId id="{CE710C50-F284-4ACA-A6F6-FEABB873DF8C}"/>
              </a:ext>
            </a:extLst>
          </ns0:cNvPr>
          <ns0:cNvSpPr>
            <a:spLocks noGrp="1"/>
          </ns0:cNvSpPr>
          <ns0:nvPr/>
        </ns0:nvSpPr>
        <ns0:spPr>
          <a:xfrm>
            <a:off x="857250" y="762000"/>
            <a:ext cx="10477500" cy="152400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שאלה חדשה</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או המשך שיחה?</a:t>
            </a:r>
          </a:p>
        </ns0:txBody>
      </ns0:sp>
      <ns0:sp>
        <ns0:nvSpPr>
          <ns0:cNvPr id="2" name="editable-אותה משימה: ממשיכים">
            <a:extLst>
              <a:ext uri="{FF2B5EF4-FFF2-40B4-BE49-F238E27FC236}">
                <ns2:creationId id="{812830C0-250B-43F6-A14B-D96630B4D1DE}"/>
              </a:ext>
            </a:extLst>
          </ns0:cNvPr>
          <ns0:cNvSpPr>
            <a:spLocks noGrp="1"/>
          </ns0:cNvSpPr>
          <ns0:nvPr/>
        </ns0:nvSpPr>
        <ns0:spPr>
          <a:xfrm>
            <a:off x="6619875" y="3048000"/>
            <a:ext cx="4524375" cy="1524000"/>
          </a:xfrm>
          <a:prstGeom prst="rect">
            <a:avLst/>
          </a:prstGeom>
          <a:noFill/>
          <a:ln w="0">
            <a:noFill/>
          </a:ln>
        </ns0:spPr>
        <ns0:txBody>
          <a:bodyPr lIns="0" tIns="0" rIns="0" bIns="0" anchor="ctr">
            <a:noAutofit/>
          </a:bodyPr>
          <a:lstStyle>
            <a:defPPr algn="ctr">
              <a:defRPr sz="3150" b="0">
                <a:solidFill>
                  <a:srgbClr val="7A59BC"/>
                </a:solidFill>
                <a:latin typeface="Arial"/>
                <a:ea typeface="Arial"/>
                <a:cs typeface="Arial"/>
              </a:defRPr>
            </a:defPPr>
          </a:lstStyle>
          <a:p>
            <a:pPr algn="ctr" rtl="1">
              <a:defRPr sz="3150" b="0">
                <a:solidFill>
                  <a:srgbClr val="7A59BC"/>
                </a:solidFill>
                <a:latin typeface="Arial"/>
                <a:ea typeface="Arial"/>
                <a:cs typeface="Arial"/>
              </a:defRPr>
            </a:pPr>
            <a:r>
              <a:rPr sz="3150" b="0">
                <a:solidFill>
                  <a:srgbClr val="7A59BC"/>
                </a:solidFill>
                <a:latin typeface="Arial"/>
                <a:ea typeface="Arial"/>
                <a:cs typeface="Arial"/>
              </a:rPr>
              <a:t>אותה משימה: ממשיכים</a:t>
            </a:r>
          </a:p>
        </ns0:txBody>
      </ns0:sp>
      <ns0:sp>
        <ns0:nvSpPr>
          <ns0:cNvPr id="3" name="editable-נושא אחר: שיחה חדשה">
            <a:extLst>
              <a:ext uri="{FF2B5EF4-FFF2-40B4-BE49-F238E27FC236}">
                <ns2:creationId id="{FCAE8524-6D52-4F8A-B8CF-37667E33A34D}"/>
              </a:ext>
            </a:extLst>
          </ns0:cNvPr>
          <ns0:cNvSpPr>
            <a:spLocks noGrp="1"/>
          </ns0:cNvSpPr>
          <ns0:nvPr/>
        </ns0:nvSpPr>
        <ns0:spPr>
          <a:xfrm>
            <a:off x="904875" y="3048000"/>
            <a:ext cx="4524375" cy="1524000"/>
          </a:xfrm>
          <a:prstGeom prst="rect">
            <a:avLst/>
          </a:prstGeom>
          <a:noFill/>
          <a:ln w="0">
            <a:noFill/>
          </a:ln>
        </ns0:spPr>
        <ns0:txBody>
          <a:bodyPr lIns="0" tIns="0" rIns="0" bIns="0" anchor="ctr">
            <a:noAutofit/>
          </a:bodyPr>
          <a:lstStyle>
            <a:defPPr algn="ctr">
              <a:defRPr sz="3150" b="0">
                <a:solidFill>
                  <a:srgbClr val="4378AB"/>
                </a:solidFill>
                <a:latin typeface="Arial"/>
                <a:ea typeface="Arial"/>
                <a:cs typeface="Arial"/>
              </a:defRPr>
            </a:defPPr>
          </a:lstStyle>
          <a:p>
            <a:pPr algn="ctr" rtl="1">
              <a:defRPr sz="3150" b="0">
                <a:solidFill>
                  <a:srgbClr val="4378AB"/>
                </a:solidFill>
                <a:latin typeface="Arial"/>
                <a:ea typeface="Arial"/>
                <a:cs typeface="Arial"/>
              </a:defRPr>
            </a:pPr>
            <a:r>
              <a:rPr sz="3150" b="0">
                <a:solidFill>
                  <a:srgbClr val="4378AB"/>
                </a:solidFill>
                <a:latin typeface="Arial"/>
                <a:ea typeface="Arial"/>
                <a:cs typeface="Arial"/>
              </a:rPr>
              <a:t>נושא אחר: שיחה חדשה</a:t>
            </a:r>
          </a:p>
        </ns0:txBody>
      </ns0:sp>
      <ns0:sp>
        <ns0:nvSpPr>
          <ns0:cNvPr id="4" name="editable-13">
            <a:extLst>
              <a:ext uri="{FF2B5EF4-FFF2-40B4-BE49-F238E27FC236}">
                <ns2:creationId id="{56838B4D-13AC-4BBF-8599-8FBE55AFD638}"/>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ns0:txBody>
      </ns0:sp>
    </ns0:spTree>
    <ns0:extLst>
      <ns0:ext uri="{BB962C8B-B14F-4D97-AF65-F5344CB8AC3E}">
        <ns3:creationId val="1979121585"/>
      </ns0:ext>
    </ns0:extLst>
  </ns0:cSld>
</ns0:sld>
</file>

<file path=ppt/slides/slide14.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5" name="editable-בקשה קצרה">
            <a:extLst>
              <a:ext uri="{FF2B5EF4-FFF2-40B4-BE49-F238E27FC236}">
                <ns2:creationId id="{B43043B9-F7CB-4294-831B-3CE9B4A9535E}"/>
              </a:ext>
            </a:extLst>
          </ns0:cNvPr>
          <ns0:cNvSpPr>
            <a:spLocks noGrp="1"/>
          </ns0:cNvSpPr>
          <ns0:nvPr/>
        </ns0:nvSpPr>
        <ns0:spPr>
          <a:xfrm>
            <a:off x="857250" y="904875"/>
            <a:ext cx="10477500" cy="666750"/>
          </a:xfrm>
          <a:prstGeom prst="rect">
            <a:avLst/>
          </a:prstGeom>
          <a:noFill/>
          <a:ln w="0">
            <a:noFill/>
          </a:ln>
        </ns0:spPr>
        <ns0:txBody>
          <a:bodyPr lIns="0" tIns="0" rIns="0" bIns="0" anchor="ctr">
            <a:noAutofit/>
          </a:bodyPr>
          <a:lstStyle>
            <a:defPPr algn="r">
              <a:defRPr sz="2475" b="1">
                <a:solidFill>
                  <a:srgbClr val="5D647C"/>
                </a:solidFill>
                <a:latin typeface="Arial"/>
                <a:ea typeface="Arial"/>
                <a:cs typeface="Arial"/>
              </a:defRPr>
            </a:defPPr>
          </a:lstStyle>
          <a:p>
            <a:pPr algn="r" rtl="1">
              <a:defRPr sz="2475" b="1">
                <a:solidFill>
                  <a:srgbClr val="5D647C"/>
                </a:solidFill>
                <a:latin typeface="Arial"/>
                <a:ea typeface="Arial"/>
                <a:cs typeface="Arial"/>
              </a:defRPr>
            </a:pPr>
            <a:r>
              <a:rPr sz="2475" b="1">
                <a:solidFill>
                  <a:srgbClr val="5D647C"/>
                </a:solidFill>
                <a:latin typeface="Arial"/>
                <a:ea typeface="Arial"/>
                <a:cs typeface="Arial"/>
              </a:rPr>
              <a:t>בקשה קצרה</a:t>
            </a:r>
          </a:p>
        </ns0:txBody>
      </ns0:sp>
      <ns0:sp>
        <ns0:nvSpPr>
          <ns0:cNvPr id="2" name="editable-״כתוב הודעה למטופלים&#10;על מפגש הדרכה״">
            <a:extLst>
              <a:ext uri="{FF2B5EF4-FFF2-40B4-BE49-F238E27FC236}">
                <ns2:creationId id="{A79E576F-994C-4177-A17D-B8F644C3E873}"/>
              </a:ext>
            </a:extLst>
          </ns0:cNvPr>
          <ns0:cNvSpPr>
            <a:spLocks noGrp="1"/>
          </ns0:cNvSpPr>
          <ns0:nvPr/>
        </ns0:nvSpPr>
        <ns0:spPr>
          <a:xfrm>
            <a:off x="1047750" y="2381250"/>
            <a:ext cx="10096500" cy="2381250"/>
          </a:xfrm>
          <a:prstGeom prst="rect">
            <a:avLst/>
          </a:prstGeom>
          <a:noFill/>
          <a:ln w="0">
            <a:noFill/>
          </a:ln>
        </ns0:spPr>
        <ns0:txBody>
          <a:bodyPr lIns="0" tIns="0" rIns="0" bIns="0" anchor="ctr">
            <a:noAutofit/>
          </a:bodyPr>
          <a:lstStyle>
            <a:defPPr algn="ctr">
              <a:defRPr sz="4350" b="0">
                <a:solidFill>
                  <a:srgbClr val="7A59BC"/>
                </a:solidFill>
                <a:latin typeface="Arial"/>
                <a:ea typeface="Arial"/>
                <a:cs typeface="Arial"/>
              </a:defRPr>
            </a:defPPr>
          </a:lstStyle>
          <a:p>
            <a:pPr algn="ctr" rtl="1">
              <a:defRPr sz="4350" b="0">
                <a:solidFill>
                  <a:srgbClr val="7A59BC"/>
                </a:solidFill>
                <a:latin typeface="Arial"/>
                <a:ea typeface="Arial"/>
                <a:cs typeface="Arial"/>
              </a:defRPr>
            </a:pPr>
            <a:r>
              <a:rPr sz="4350" b="0">
                <a:solidFill>
                  <a:srgbClr val="7A59BC"/>
                </a:solidFill>
                <a:latin typeface="Arial"/>
                <a:ea typeface="Arial"/>
                <a:cs typeface="Arial"/>
              </a:rPr>
              <a:t>״כתוב הודעה למטופלים</a:t>
            </a:r>
          </a:p>
          <a:p>
            <a:pPr algn="ctr" rtl="1">
              <a:defRPr sz="4350" b="0">
                <a:solidFill>
                  <a:srgbClr val="7A59BC"/>
                </a:solidFill>
                <a:latin typeface="Arial"/>
                <a:ea typeface="Arial"/>
                <a:cs typeface="Arial"/>
              </a:defRPr>
            </a:pPr>
            <a:r>
              <a:rPr sz="4350" b="0">
                <a:solidFill>
                  <a:srgbClr val="7A59BC"/>
                </a:solidFill>
                <a:latin typeface="Arial"/>
                <a:ea typeface="Arial"/>
                <a:cs typeface="Arial"/>
              </a:rPr>
              <a:t>על מפגש הדרכה״</a:t>
            </a:r>
          </a:p>
        </ns0:txBody>
      </ns0:sp>
      <ns0:sp>
        <ns0:nvSpPr>
          <ns0:cNvPr id="3" name="editable-P01">
            <a:extLst>
              <a:ext uri="{FF2B5EF4-FFF2-40B4-BE49-F238E27FC236}">
                <ns2:creationId id="{A0CA7D46-12E2-433E-9297-9BCCD04330CE}"/>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P01</a:t>
            </a:r>
          </a:p>
        </ns0:txBody>
      </ns0:sp>
      <ns0:sp>
        <ns0:nvSpPr>
          <ns0:cNvPr id="4" name="editable-14">
            <a:extLst>
              <a:ext uri="{FF2B5EF4-FFF2-40B4-BE49-F238E27FC236}">
                <ns2:creationId id="{A82BC525-D882-41F4-97FC-E8085E386B54}"/>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ns0:txBody>
      </ns0:sp>
    </ns0:spTree>
    <ns0:extLst>
      <ns0:ext uri="{BB962C8B-B14F-4D97-AF65-F5344CB8AC3E}">
        <ns3:creationId val="1245780093"/>
      </ns0:ext>
    </ns0:extLst>
  </ns0:cSld>
</ns0:sld>
</file>

<file path=ppt/slides/slide15.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הפרטים שחסרו">
            <a:extLst>
              <a:ext uri="{FF2B5EF4-FFF2-40B4-BE49-F238E27FC236}">
                <ns2:creationId id="{AC36E5F0-F4E9-48A0-A658-EF131F601ECF}"/>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הפרטים שחסרו</a:t>
            </a:r>
          </a:p>
        </ns0:txBody>
      </ns0:sp>
      <ns0:sp>
        <ns0:nvSpPr>
          <ns0:cNvPr id="2" name="editable-למי?">
            <a:extLst>
              <a:ext uri="{FF2B5EF4-FFF2-40B4-BE49-F238E27FC236}">
                <ns2:creationId id="{E890BBF6-2726-4320-8DB5-8BBDBE4DA8E5}"/>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למי?</a:t>
            </a:r>
          </a:p>
        </ns0:txBody>
      </ns0:sp>
      <ns0:sp>
        <ns0:nvSpPr>
          <ns0:cNvPr id="3" name="editable-על בסיס מה?">
            <a:extLst>
              <a:ext uri="{FF2B5EF4-FFF2-40B4-BE49-F238E27FC236}">
                <ns2:creationId id="{EC145327-5C0E-448B-A415-2B16DE83D5E2}"/>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על בסיס מה?</a:t>
            </a:r>
          </a:p>
        </ns0:txBody>
      </ns0:sp>
      <ns0:sp>
        <ns0:nvSpPr>
          <ns0:cNvPr id="4" name="editable-באיזו צורה?">
            <a:extLst>
              <a:ext uri="{FF2B5EF4-FFF2-40B4-BE49-F238E27FC236}">
                <ns2:creationId id="{2D6B96FE-7DA3-4851-856A-22E1F73F798B}"/>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באיזו צורה?</a:t>
            </a:r>
          </a:p>
        </ns0:txBody>
      </ns0:sp>
      <ns0:sp>
        <ns0:nvSpPr>
          <ns0:cNvPr id="5" name="editable-15">
            <a:extLst>
              <a:ext uri="{FF2B5EF4-FFF2-40B4-BE49-F238E27FC236}">
                <ns2:creationId id="{21199519-972B-42CC-8842-FB03DAA8DF59}"/>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ns0:txBody>
      </ns0:sp>
    </ns0:spTree>
    <ns0:extLst>
      <ns0:ext uri="{BB962C8B-B14F-4D97-AF65-F5344CB8AC3E}">
        <ns3:creationId val="1080786943"/>
      </ns0:ext>
    </ns0:extLst>
  </ns0:cSld>
</ns0:sld>
</file>

<file path=ppt/slides/slide16.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בקשה עם מקור">
            <a:extLst>
              <a:ext uri="{FF2B5EF4-FFF2-40B4-BE49-F238E27FC236}">
                <ns2:creationId id="{7260242F-F91D-4A6A-9B3C-33E0D3F212B0}"/>
              </a:ext>
            </a:extLst>
          </ns0:cNvPr>
          <ns0:cNvSpPr>
            <a:spLocks noGrp="1"/>
          </ns0:cNvSpPr>
          <ns0:nvPr/>
        </ns0:nvSpPr>
        <ns0:spPr>
          <a:xfrm>
            <a:off x="857250" y="1143000"/>
            <a:ext cx="10477500" cy="1476375"/>
          </a:xfrm>
          <a:prstGeom prst="rect">
            <a:avLst/>
          </a:prstGeom>
          <a:noFill/>
          <a:ln w="0">
            <a:noFill/>
          </a:ln>
        </ns0:spPr>
        <ns0: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בקשה עם מקור</a:t>
            </a:r>
          </a:p>
        </ns0:txBody>
      </ns0:sp>
      <ns0:sp>
        <ns0:nvSpPr>
          <ns0:cNvPr id="2" name="editable-הודעה קצרה בשפה פשוטה&#10;רק לפי מסמך א">
            <a:extLst>
              <a:ext uri="{FF2B5EF4-FFF2-40B4-BE49-F238E27FC236}">
                <ns2:creationId id="{60FADA24-5B89-4B46-924C-BA66FFAFD29A}"/>
              </a:ext>
            </a:extLst>
          </ns0:cNvPr>
          <ns0:cNvSpPr>
            <a:spLocks noGrp="1"/>
          </ns0:cNvSpPr>
          <ns0:nvPr/>
        </ns0:nvSpPr>
        <ns0:spPr>
          <a:xfrm>
            <a:off x="1047750" y="3143250"/>
            <a:ext cx="10191750" cy="1714500"/>
          </a:xfrm>
          <a:prstGeom prst="rect">
            <a:avLst/>
          </a:prstGeom>
          <a:noFill/>
          <a:ln w="0">
            <a:noFill/>
          </a:ln>
        </ns0:spPr>
        <ns0: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הודעה קצרה בשפה פשוטה</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רק לפי מסמך א</a:t>
            </a:r>
          </a:p>
        </ns0:txBody>
      </ns0:sp>
      <ns0:sp>
        <ns0:nvSpPr>
          <ns0:cNvPr id="3" name="editable-הנוסח המלא בדף התרגול">
            <a:extLst>
              <a:ext uri="{FF2B5EF4-FFF2-40B4-BE49-F238E27FC236}">
                <ns2:creationId id="{4756A200-E47F-41EC-9239-E134ADD32A16}"/>
              </a:ext>
            </a:extLst>
          </ns0:cNvPr>
          <ns0:cNvSpPr>
            <a:spLocks noGrp="1"/>
          </ns0:cNvSpPr>
          <ns0:nvPr/>
        </ns0:nvSpPr>
        <ns0:spPr>
          <a:xfrm>
            <a:off x="1047750" y="5619750"/>
            <a:ext cx="10191750" cy="514350"/>
          </a:xfrm>
          <a:prstGeom prst="rect">
            <a:avLst/>
          </a:prstGeom>
          <a:noFill/>
          <a:ln w="0">
            <a:noFill/>
          </a:ln>
        </ns0:spPr>
        <ns0: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ns0:txBody>
      </ns0:sp>
      <ns0:sp>
        <ns0:nvSpPr>
          <ns0:cNvPr id="4" name="editable-P02">
            <a:extLst>
              <a:ext uri="{FF2B5EF4-FFF2-40B4-BE49-F238E27FC236}">
                <ns2:creationId id="{8A18588D-0C88-40AC-B209-8B9973D1BCFE}"/>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ns0:txBody>
      </ns0:sp>
      <ns0:sp>
        <ns0:nvSpPr>
          <ns0:cNvPr id="5" name="editable-16">
            <a:extLst>
              <a:ext uri="{FF2B5EF4-FFF2-40B4-BE49-F238E27FC236}">
                <ns2:creationId id="{4E3DAFA8-12DC-4F62-BD84-118BD6E4B0BC}"/>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ns0:txBody>
      </ns0:sp>
    </ns0:spTree>
    <ns0:extLst>
      <ns0:ext uri="{BB962C8B-B14F-4D97-AF65-F5344CB8AC3E}">
        <ns3:creationId val="1720201036"/>
      </ns0:ext>
    </ns0:extLst>
  </ns0:cSld>
</ns0:sld>
</file>

<file path=ppt/slides/slide17.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פרומפט ברור">
            <a:extLst>
              <a:ext uri="{FF2B5EF4-FFF2-40B4-BE49-F238E27FC236}">
                <ns2:creationId id="{942E5180-93E7-4DDE-B2B2-24F49D168A2E}"/>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פרומפט ברור</a:t>
            </a:r>
          </a:p>
        </ns0:txBody>
      </ns0:sp>
      <ns0:sp>
        <ns0:nvSpPr>
          <ns0:cNvPr id="2" name="editable-משימה וקהל">
            <a:extLst>
              <a:ext uri="{FF2B5EF4-FFF2-40B4-BE49-F238E27FC236}">
                <ns2:creationId id="{32468D05-9D7D-4DD7-9685-65175C67F210}"/>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משימה וקהל</a:t>
            </a:r>
          </a:p>
        </ns0:txBody>
      </ns0:sp>
      <ns0:sp>
        <ns0:nvSpPr>
          <ns0:cNvPr id="3" name="editable-מקור ומגבלות">
            <a:extLst>
              <a:ext uri="{FF2B5EF4-FFF2-40B4-BE49-F238E27FC236}">
                <ns2:creationId id="{D4B9E876-1CFA-40AA-A675-36753B991955}"/>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מקור ומגבלות</a:t>
            </a:r>
          </a:p>
        </ns0:txBody>
      </ns0:sp>
      <ns0:sp>
        <ns0:nvSpPr>
          <ns0:cNvPr id="4" name="editable-צורת התוצר">
            <a:extLst>
              <a:ext uri="{FF2B5EF4-FFF2-40B4-BE49-F238E27FC236}">
                <ns2:creationId id="{3E1F2952-3161-4B3A-A08A-60F4DEA3D01C}"/>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צורת התוצר</a:t>
            </a:r>
          </a:p>
        </ns0:txBody>
      </ns0:sp>
      <ns0:sp>
        <ns0:nvSpPr>
          <ns0:cNvPr id="5" name="editable-17">
            <a:extLst>
              <a:ext uri="{FF2B5EF4-FFF2-40B4-BE49-F238E27FC236}">
                <ns2:creationId id="{0C0832FB-EDAF-4813-B211-54FCF5DD41C6}"/>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ns0:txBody>
      </ns0:sp>
    </ns0:spTree>
    <ns0:extLst>
      <ns0:ext uri="{BB962C8B-B14F-4D97-AF65-F5344CB8AC3E}">
        <ns3:creationId val="1036582108"/>
      </ns0:ext>
    </ns0:extLst>
  </ns0:cSld>
</ns0:sld>
</file>

<file path=ppt/slides/slide18.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קהל משנה ניסוח">
            <a:extLst>
              <a:ext uri="{FF2B5EF4-FFF2-40B4-BE49-F238E27FC236}">
                <ns2:creationId id="{E5C872DD-A0A6-488F-A328-8BC6B1EAAD65}"/>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קהל משנה ניסוח</a:t>
            </a:r>
          </a:p>
        </ns0:txBody>
      </ns0:sp>
      <ns0:sp>
        <ns0:nvSpPr>
          <ns0:cNvPr id="2" name="editable-מטופל ומלווה">
            <a:extLst>
              <a:ext uri="{FF2B5EF4-FFF2-40B4-BE49-F238E27FC236}">
                <ns2:creationId id="{DC523A37-651A-4CE0-90D7-E36AAED6719B}"/>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מטופל ומלווה</a:t>
            </a:r>
          </a:p>
        </ns0:txBody>
      </ns0:sp>
      <ns0:sp>
        <ns0:nvSpPr>
          <ns0:cNvPr id="3" name="editable-צוות מקצועי">
            <a:extLst>
              <a:ext uri="{FF2B5EF4-FFF2-40B4-BE49-F238E27FC236}">
                <ns2:creationId id="{31EF55BA-A95E-46C0-B37E-18DCCB640670}"/>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צוות מקצועי</a:t>
            </a:r>
          </a:p>
        </ns0:txBody>
      </ns0:sp>
      <ns0:sp>
        <ns0:nvSpPr>
          <ns0:cNvPr id="4" name="editable-רכזת הדרכה">
            <a:extLst>
              <a:ext uri="{FF2B5EF4-FFF2-40B4-BE49-F238E27FC236}">
                <ns2:creationId id="{7669889C-F007-4DE4-8B99-BDCA5F6257F1}"/>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רכזת הדרכה</a:t>
            </a:r>
          </a:p>
        </ns0:txBody>
      </ns0:sp>
      <ns0:sp>
        <ns0:nvSpPr>
          <ns0:cNvPr id="5" name="editable-18">
            <a:extLst>
              <a:ext uri="{FF2B5EF4-FFF2-40B4-BE49-F238E27FC236}">
                <ns2:creationId id="{A0E3517F-7B76-48E9-8A07-C0BF81766758}"/>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ns0:txBody>
      </ns0:sp>
    </ns0:spTree>
    <ns0:extLst>
      <ns0:ext uri="{BB962C8B-B14F-4D97-AF65-F5344CB8AC3E}">
        <ns3:creationId val="860985039"/>
      </ns0:ext>
    </ns0:extLst>
  </ns0:cSld>
</ns0:sld>
</file>

<file path=ppt/slides/slide19.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5" name="editable-שיפור באותה שיחה">
            <a:extLst>
              <a:ext uri="{FF2B5EF4-FFF2-40B4-BE49-F238E27FC236}">
                <ns2:creationId id="{1196D68A-E610-46AF-971E-2BEB23CD469D}"/>
              </a:ext>
            </a:extLst>
          </ns0:cNvPr>
          <ns0:cNvSpPr>
            <a:spLocks noGrp="1"/>
          </ns0:cNvSpPr>
          <ns0:nvPr/>
        </ns0:nvSpPr>
        <ns0:spPr>
          <a:xfrm>
            <a:off x="857250" y="904875"/>
            <a:ext cx="10477500" cy="666750"/>
          </a:xfrm>
          <a:prstGeom prst="rect">
            <a:avLst/>
          </a:prstGeom>
          <a:noFill/>
          <a:ln w="0">
            <a:noFill/>
          </a:ln>
        </ns0:spPr>
        <ns0:txBody>
          <a:bodyPr lIns="0" tIns="0" rIns="0" bIns="0" anchor="ctr">
            <a:noAutofit/>
          </a:bodyPr>
          <a:lstStyle>
            <a:defPPr algn="r">
              <a:defRPr sz="2475" b="1">
                <a:solidFill>
                  <a:srgbClr val="5D647C"/>
                </a:solidFill>
                <a:latin typeface="Arial"/>
                <a:ea typeface="Arial"/>
                <a:cs typeface="Arial"/>
              </a:defRPr>
            </a:defPPr>
          </a:lstStyle>
          <a:p>
            <a:pPr algn="r" rtl="1">
              <a:defRPr sz="2475" b="1">
                <a:solidFill>
                  <a:srgbClr val="5D647C"/>
                </a:solidFill>
                <a:latin typeface="Arial"/>
                <a:ea typeface="Arial"/>
                <a:cs typeface="Arial"/>
              </a:defRPr>
            </a:pPr>
            <a:r>
              <a:rPr sz="2475" b="1">
                <a:solidFill>
                  <a:srgbClr val="5D647C"/>
                </a:solidFill>
                <a:latin typeface="Arial"/>
                <a:ea typeface="Arial"/>
                <a:cs typeface="Arial"/>
              </a:rPr>
              <a:t>שיפור באותה שיחה</a:t>
            </a:r>
          </a:p>
        </ns0:txBody>
      </ns0:sp>
      <ns0:sp>
        <ns0:nvSpPr>
          <ns0:cNvPr id="2" name="editable-״קצר את הטיוטה&#10;ושמור על פרטי המקור״">
            <a:extLst>
              <a:ext uri="{FF2B5EF4-FFF2-40B4-BE49-F238E27FC236}">
                <ns2:creationId id="{EC39409B-BC06-4C14-9F3A-214A61629B4B}"/>
              </a:ext>
            </a:extLst>
          </ns0:cNvPr>
          <ns0:cNvSpPr>
            <a:spLocks noGrp="1"/>
          </ns0:cNvSpPr>
          <ns0:nvPr/>
        </ns0:nvSpPr>
        <ns0:spPr>
          <a:xfrm>
            <a:off x="1047750" y="2381250"/>
            <a:ext cx="10096500" cy="2381250"/>
          </a:xfrm>
          <a:prstGeom prst="rect">
            <a:avLst/>
          </a:prstGeom>
          <a:noFill/>
          <a:ln w="0">
            <a:noFill/>
          </a:ln>
        </ns0:spPr>
        <ns0:txBody>
          <a:bodyPr lIns="0" tIns="0" rIns="0" bIns="0" anchor="ctr">
            <a:noAutofit/>
          </a:bodyPr>
          <a:lstStyle>
            <a:defPPr algn="ctr">
              <a:defRPr sz="4350" b="0">
                <a:solidFill>
                  <a:srgbClr val="7A59BC"/>
                </a:solidFill>
                <a:latin typeface="Arial"/>
                <a:ea typeface="Arial"/>
                <a:cs typeface="Arial"/>
              </a:defRPr>
            </a:defPPr>
          </a:lstStyle>
          <a:p>
            <a:pPr algn="ctr" rtl="1">
              <a:defRPr sz="4350" b="0">
                <a:solidFill>
                  <a:srgbClr val="7A59BC"/>
                </a:solidFill>
                <a:latin typeface="Arial"/>
                <a:ea typeface="Arial"/>
                <a:cs typeface="Arial"/>
              </a:defRPr>
            </a:pPr>
            <a:r>
              <a:rPr sz="4350" b="0">
                <a:solidFill>
                  <a:srgbClr val="7A59BC"/>
                </a:solidFill>
                <a:latin typeface="Arial"/>
                <a:ea typeface="Arial"/>
                <a:cs typeface="Arial"/>
              </a:rPr>
              <a:t>״קצר את הטיוטה</a:t>
            </a:r>
          </a:p>
          <a:p>
            <a:pPr algn="ctr" rtl="1">
              <a:defRPr sz="4350" b="0">
                <a:solidFill>
                  <a:srgbClr val="7A59BC"/>
                </a:solidFill>
                <a:latin typeface="Arial"/>
                <a:ea typeface="Arial"/>
                <a:cs typeface="Arial"/>
              </a:defRPr>
            </a:pPr>
            <a:r>
              <a:rPr sz="4350" b="0">
                <a:solidFill>
                  <a:srgbClr val="7A59BC"/>
                </a:solidFill>
                <a:latin typeface="Arial"/>
                <a:ea typeface="Arial"/>
                <a:cs typeface="Arial"/>
              </a:rPr>
              <a:t>ושמור על פרטי המקור״</a:t>
            </a:r>
          </a:p>
        </ns0:txBody>
      </ns0:sp>
      <ns0:sp>
        <ns0:nvSpPr>
          <ns0:cNvPr id="3" name="editable-P05">
            <a:extLst>
              <a:ext uri="{FF2B5EF4-FFF2-40B4-BE49-F238E27FC236}">
                <ns2:creationId id="{104306B6-678D-4DFF-8059-12E3D0DA4C4F}"/>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P05</a:t>
            </a:r>
          </a:p>
        </ns0:txBody>
      </ns0:sp>
      <ns0:sp>
        <ns0:nvSpPr>
          <ns0:cNvPr id="4" name="editable-19">
            <a:extLst>
              <a:ext uri="{FF2B5EF4-FFF2-40B4-BE49-F238E27FC236}">
                <ns2:creationId id="{7A09B71A-5FAC-439D-A284-D8D5DBA82427}"/>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ns0:txBody>
      </ns0:sp>
    </ns0:spTree>
    <ns0:extLst>
      <ns0:ext uri="{BB962C8B-B14F-4D97-AF65-F5344CB8AC3E}">
        <ns3:creationId val="1242234760"/>
      </ns0:ext>
    </ns0:extLst>
  </ns0:cSld>
</ns0:sld>
</file>

<file path=ppt/slides/slide20.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תכנון ובקרה">
            <a:extLst>
              <a:ext uri="{FF2B5EF4-FFF2-40B4-BE49-F238E27FC236}">
                <ns2:creationId id="{3EEBECE0-BF15-43B4-AD47-889E9B24609C}"/>
              </a:ext>
            </a:extLst>
          </ns0:cNvPr>
          <ns0:cNvSpPr>
            <a:spLocks noGrp="1"/>
          </ns0:cNvSpPr>
          <ns0:nvPr/>
        </ns0:nvSpPr>
        <ns0:spPr>
          <a:xfrm>
            <a:off x="857250" y="1143000"/>
            <a:ext cx="10477500" cy="1476375"/>
          </a:xfrm>
          <a:prstGeom prst="rect">
            <a:avLst/>
          </a:prstGeom>
          <a:noFill/>
          <a:ln w="0">
            <a:noFill/>
          </a:ln>
        </ns0:spPr>
        <ns0: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תכנון ובקרה</a:t>
            </a:r>
          </a:p>
        </ns0:txBody>
      </ns0:sp>
      <ns0:sp>
        <ns0:nvSpPr>
          <ns0:cNvPr id="2" name="editable-תוכנית קצרה לפני התוצר&#10;בדיקות שאפשר">
            <a:extLst>
              <a:ext uri="{FF2B5EF4-FFF2-40B4-BE49-F238E27FC236}">
                <ns2:creationId id="{D09FDEB4-A9FF-4D97-8442-EBC1066619AD}"/>
              </a:ext>
            </a:extLst>
          </ns0:cNvPr>
          <ns0:cNvSpPr>
            <a:spLocks noGrp="1"/>
          </ns0:cNvSpPr>
          <ns0:nvPr/>
        </ns0:nvSpPr>
        <ns0:spPr>
          <a:xfrm>
            <a:off x="1047750" y="3143250"/>
            <a:ext cx="10191750" cy="1714500"/>
          </a:xfrm>
          <a:prstGeom prst="rect">
            <a:avLst/>
          </a:prstGeom>
          <a:noFill/>
          <a:ln w="0">
            <a:noFill/>
          </a:ln>
        </ns0:spPr>
        <ns0: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תוכנית קצרה לפני התוצר</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בדיקות שאפשר לבצע אחריו</a:t>
            </a:r>
          </a:p>
        </ns0:txBody>
      </ns0:sp>
      <ns0:sp>
        <ns0:nvSpPr>
          <ns0:cNvPr id="3" name="editable-הנוסח המלא בדף התרגול">
            <a:extLst>
              <a:ext uri="{FF2B5EF4-FFF2-40B4-BE49-F238E27FC236}">
                <ns2:creationId id="{7799C4CC-11BC-4D98-A10D-1E7C2B7B6A72}"/>
              </a:ext>
            </a:extLst>
          </ns0:cNvPr>
          <ns0:cNvSpPr>
            <a:spLocks noGrp="1"/>
          </ns0:cNvSpPr>
          <ns0:nvPr/>
        </ns0:nvSpPr>
        <ns0:spPr>
          <a:xfrm>
            <a:off x="1047750" y="5619750"/>
            <a:ext cx="10191750" cy="514350"/>
          </a:xfrm>
          <a:prstGeom prst="rect">
            <a:avLst/>
          </a:prstGeom>
          <a:noFill/>
          <a:ln w="0">
            <a:noFill/>
          </a:ln>
        </ns0:spPr>
        <ns0: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ns0:txBody>
      </ns0:sp>
      <ns0:sp>
        <ns0:nvSpPr>
          <ns0:cNvPr id="4" name="editable-P07">
            <a:extLst>
              <a:ext uri="{FF2B5EF4-FFF2-40B4-BE49-F238E27FC236}">
                <ns2:creationId id="{B8F2C69A-3CA3-4A96-BC37-1C457F80FC96}"/>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P07</a:t>
            </a:r>
          </a:p>
        </ns0:txBody>
      </ns0:sp>
      <ns0:sp>
        <ns0:nvSpPr>
          <ns0:cNvPr id="5" name="editable-20">
            <a:extLst>
              <a:ext uri="{FF2B5EF4-FFF2-40B4-BE49-F238E27FC236}">
                <ns2:creationId id="{BE89FA6D-F38C-49AE-A43A-1253BEAFE9C5}"/>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ns0:txBody>
      </ns0:sp>
    </ns0:spTree>
    <ns0:extLst>
      <ns0:ext uri="{BB962C8B-B14F-4D97-AF65-F5344CB8AC3E}">
        <ns3:creationId val="578947511"/>
      </ns0:ext>
    </ns0:extLst>
  </ns0:cSld>
</ns0:sld>
</file>

<file path=ppt/slides/slide21.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7" name="editable-בדיקה מול המקור">
            <a:extLst>
              <a:ext uri="{FF2B5EF4-FFF2-40B4-BE49-F238E27FC236}">
                <ns2:creationId id="{BDF11BB5-E47F-488B-91E6-93A005827CF8}"/>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בדיקה מול המקור</a:t>
            </a:r>
          </a:p>
        </ns0:txBody>
      </ns0:sp>
      <ns0:sp>
        <ns0:nvSpPr>
          <ns0:cNvPr id="2" name="editable-טענה">
            <a:extLst>
              <a:ext uri="{FF2B5EF4-FFF2-40B4-BE49-F238E27FC236}">
                <ns2:creationId id="{556BD1FD-2103-408D-AA0D-280D737972FD}"/>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טענה</a:t>
            </a:r>
          </a:p>
        </ns0:txBody>
      </ns0:sp>
      <ns0:sp>
        <ns0:nvSpPr>
          <ns0:cNvPr id="3" name="editable-סעיף תומך">
            <a:extLst>
              <a:ext uri="{FF2B5EF4-FFF2-40B4-BE49-F238E27FC236}">
                <ns2:creationId id="{F30BD234-45EA-4384-8F63-5959BE006D3B}"/>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סעיף תומך</a:t>
            </a:r>
          </a:p>
        </ns0:txBody>
      </ns0:sp>
      <ns0:sp>
        <ns0:nvSpPr>
          <ns0:cNvPr id="4" name="editable-פער או סתירה">
            <a:extLst>
              <a:ext uri="{FF2B5EF4-FFF2-40B4-BE49-F238E27FC236}">
                <ns2:creationId id="{69BE3D16-D417-4E1C-A22E-EF0D69619F33}"/>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פער או סתירה</a:t>
            </a:r>
          </a:p>
        </ns0:txBody>
      </ns0:sp>
      <ns0:sp>
        <ns0:nvSpPr>
          <ns0:cNvPr id="5" name="editable-P06">
            <a:extLst>
              <a:ext uri="{FF2B5EF4-FFF2-40B4-BE49-F238E27FC236}">
                <ns2:creationId id="{FBE731FD-A7D7-4463-95CA-3AABBA74901E}"/>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P06</a:t>
            </a:r>
          </a:p>
        </ns0:txBody>
      </ns0:sp>
      <ns0:sp>
        <ns0:nvSpPr>
          <ns0:cNvPr id="6" name="editable-21">
            <a:extLst>
              <a:ext uri="{FF2B5EF4-FFF2-40B4-BE49-F238E27FC236}">
                <ns2:creationId id="{1F74AD26-C468-4474-A83B-AD6FA85FBE7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ns0:txBody>
      </ns0:sp>
    </ns0:spTree>
    <ns0:extLst>
      <ns0:ext uri="{BB962C8B-B14F-4D97-AF65-F5344CB8AC3E}">
        <ns3:creationId val="1247482181"/>
      </ns0:ext>
    </ns0:extLst>
  </ns0:cSld>
</ns0:sld>
</file>

<file path=ppt/slides/slide22.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8" name="editable-15">
            <a:extLst>
              <a:ext uri="{FF2B5EF4-FFF2-40B4-BE49-F238E27FC236}">
                <ns2:creationId id="{33235A96-D707-4E51-8AB8-F534BCADC55B}"/>
              </a:ext>
            </a:extLst>
          </ns0:cNvPr>
          <ns0:cNvSpPr>
            <a:spLocks noGrp="1"/>
          </ns0:cNvSpPr>
          <ns0:nvPr/>
        </ns0:nvSpPr>
        <ns0:spPr>
          <a:xfrm>
            <a:off x="666750" y="1666875"/>
            <a:ext cx="2667000" cy="2047875"/>
          </a:xfrm>
          <a:prstGeom prst="rect">
            <a:avLst/>
          </a:prstGeom>
          <a:noFill/>
          <a:ln w="0">
            <a:noFill/>
          </a:ln>
        </ns0:spPr>
        <ns0: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ns0:txBody>
      </ns0:sp>
      <ns0:sp>
        <ns0:nvSpPr>
          <ns0:cNvPr id="2" name="editable-דקות">
            <a:extLst>
              <a:ext uri="{FF2B5EF4-FFF2-40B4-BE49-F238E27FC236}">
                <ns2:creationId id="{3AC1B948-CF41-48BC-BBC4-655A1CAF0134}"/>
              </a:ext>
            </a:extLst>
          </ns0:cNvPr>
          <ns0:cNvSpPr>
            <a:spLocks noGrp="1"/>
          </ns0:cNvSpPr>
          <ns0:nvPr/>
        </ns0:nvSpPr>
        <ns0:spPr>
          <a:xfrm>
            <a:off x="952500" y="3714750"/>
            <a:ext cx="2095500" cy="619125"/>
          </a:xfrm>
          <a:prstGeom prst="rect">
            <a:avLst/>
          </a:prstGeom>
          <a:noFill/>
          <a:ln w="0">
            <a:noFill/>
          </a:ln>
        </ns0:spPr>
        <ns0: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ns0:txBody>
      </ns0:sp>
      <ns0:sp>
        <ns0:nvSpPr>
          <ns0:cNvPr id="3" name="editable-תרגיל 1&#10;טיוטה לעבודה שלכם">
            <a:extLst>
              <a:ext uri="{FF2B5EF4-FFF2-40B4-BE49-F238E27FC236}">
                <ns2:creationId id="{D55EE564-F6DC-47DC-B589-32125F9CE4DB}"/>
              </a:ext>
            </a:extLst>
          </ns0:cNvPr>
          <ns0:cNvSpPr>
            <a:spLocks noGrp="1"/>
          </ns0:cNvSpPr>
          <ns0:nvPr/>
        </ns0:nvSpPr>
        <ns0:spPr>
          <a:xfrm>
            <a:off x="4191000" y="1000125"/>
            <a:ext cx="7048500" cy="1809750"/>
          </a:xfrm>
          <a:prstGeom prst="rect">
            <a:avLst/>
          </a:prstGeom>
          <a:noFill/>
          <a:ln w="0">
            <a:noFill/>
          </a:ln>
        </ns0:spPr>
        <ns0: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ns0:txBody>
      </ns0:sp>
      <ns0:sp>
        <ns0:nvSpPr>
          <ns0:cNvPr id="4" name="editable-בחרו מסלול אחד&#10;רפואה וסיעוד / אדמינ">
            <a:extLst>
              <a:ext uri="{FF2B5EF4-FFF2-40B4-BE49-F238E27FC236}">
                <ns2:creationId id="{7412F22C-EB5B-46B6-82E6-31A12DF7C3F7}"/>
              </a:ext>
            </a:extLst>
          </ns0:cNvPr>
          <ns0:cNvSpPr>
            <a:spLocks noGrp="1"/>
          </ns0:cNvSpPr>
          <ns0:nvPr/>
        </ns0:nvSpPr>
        <ns0:spPr>
          <a:xfrm>
            <a:off x="4191000" y="3286125"/>
            <a:ext cx="7048500" cy="2000250"/>
          </a:xfrm>
          <a:prstGeom prst="rect">
            <a:avLst/>
          </a:prstGeom>
          <a:noFill/>
          <a:ln w="0">
            <a:noFill/>
          </a:ln>
        </ns0:spPr>
        <ns0: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בחרו מסלול אחד</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רפואה וסיעוד / אדמיניסטרציה / הוראה</a:t>
            </a:r>
          </a:p>
        </ns0:txBody>
      </ns0:sp>
      <ns0:sp>
        <ns0:nvSpPr>
          <ns0:cNvPr id="5" name="editable-הפרומפט המלא בדף התרגול">
            <a:extLst>
              <a:ext uri="{FF2B5EF4-FFF2-40B4-BE49-F238E27FC236}">
                <ns2:creationId id="{8EA0DF4C-309C-460A-9475-B838B7F09115}"/>
              </a:ext>
            </a:extLst>
          </ns0:cNvPr>
          <ns0:cNvSpPr>
            <a:spLocks noGrp="1"/>
          </ns0:cNvSpPr>
          <ns0:nvPr/>
        </ns0:nvSpPr>
        <ns0:spPr>
          <a:xfrm>
            <a:off x="4191000" y="5791200"/>
            <a:ext cx="7048500" cy="4191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ns0:txBody>
      </ns0:sp>
      <ns0:sp>
        <ns0:nvSpPr>
          <ns0:cNvPr id="6" name="editable-P02 / P03 / P04">
            <a:extLst>
              <a:ext uri="{FF2B5EF4-FFF2-40B4-BE49-F238E27FC236}">
                <ns2:creationId id="{621C3418-BCC0-440F-83E2-1FECF4A8C764}"/>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ns0:txBody>
      </ns0:sp>
      <ns0:sp>
        <ns0:nvSpPr>
          <ns0:cNvPr id="7" name="editable-22">
            <a:extLst>
              <a:ext uri="{FF2B5EF4-FFF2-40B4-BE49-F238E27FC236}">
                <ns2:creationId id="{9166E24E-387A-496E-8ECC-352F4BFBDFDC}"/>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ns0:txBody>
      </ns0:sp>
    </ns0:spTree>
    <ns0:extLst>
      <ns0:ext uri="{BB962C8B-B14F-4D97-AF65-F5344CB8AC3E}">
        <ns3:creationId val="185352903"/>
      </ns0:ext>
    </ns0:extLst>
  </ns0:cSld>
</ns0:sld>
</file>

<file path=ppt/slides/slide23.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התוצר שלכם">
            <a:extLst>
              <a:ext uri="{FF2B5EF4-FFF2-40B4-BE49-F238E27FC236}">
                <ns2:creationId id="{6574FE57-D796-47AD-9616-2E839E430AA3}"/>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התוצר שלכם</a:t>
            </a:r>
          </a:p>
        </ns0:txBody>
      </ns0:sp>
      <ns0:sp>
        <ns0:nvSpPr>
          <ns0:cNvPr id="2" name="editable-טיוטה אחת">
            <a:extLst>
              <a:ext uri="{FF2B5EF4-FFF2-40B4-BE49-F238E27FC236}">
                <ns2:creationId id="{B3B1CAA1-B487-4026-82C9-9AD6713A9719}"/>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טיוטה אחת</a:t>
            </a:r>
          </a:p>
        </ns0:txBody>
      </ns0:sp>
      <ns0:sp>
        <ns0:nvSpPr>
          <ns0:cNvPr id="3" name="editable-שיפור אחד">
            <a:extLst>
              <a:ext uri="{FF2B5EF4-FFF2-40B4-BE49-F238E27FC236}">
                <ns2:creationId id="{85DDD905-403A-4A13-9C03-09B55F0A2B9A}"/>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שיפור אחד</a:t>
            </a:r>
          </a:p>
        </ns0:txBody>
      </ns0:sp>
      <ns0:sp>
        <ns0:nvSpPr>
          <ns0:cNvPr id="4" name="editable-שני פרטים שבדקתם">
            <a:extLst>
              <a:ext uri="{FF2B5EF4-FFF2-40B4-BE49-F238E27FC236}">
                <ns2:creationId id="{546E52E3-3CF9-43DF-9EBE-148BB47B8111}"/>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שני פרטים שבדקתם</a:t>
            </a:r>
          </a:p>
        </ns0:txBody>
      </ns0:sp>
      <ns0:sp>
        <ns0:nvSpPr>
          <ns0:cNvPr id="5" name="editable-23">
            <a:extLst>
              <a:ext uri="{FF2B5EF4-FFF2-40B4-BE49-F238E27FC236}">
                <ns2:creationId id="{4FABA94D-EA5E-4F15-AF70-E4C4F5D51ACB}"/>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ns0:txBody>
      </ns0:sp>
    </ns0:spTree>
    <ns0:extLst>
      <ns0:ext uri="{BB962C8B-B14F-4D97-AF65-F5344CB8AC3E}">
        <ns3:creationId val="676310225"/>
      </ns0:ext>
    </ns0:extLst>
  </ns0:cSld>
</ns0:sld>
</file>

<file path=ppt/slides/slide24.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בדיקת עמית">
            <a:extLst>
              <a:ext uri="{FF2B5EF4-FFF2-40B4-BE49-F238E27FC236}">
                <ns2:creationId id="{FC703013-764F-48CF-BCBB-C72003C2626F}"/>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ns0:txBody>
      </ns0:sp>
      <ns0:sp>
        <ns0:nvSpPr>
          <ns0:cNvPr id="2" name="editable-מה נתמך?">
            <a:extLst>
              <a:ext uri="{FF2B5EF4-FFF2-40B4-BE49-F238E27FC236}">
                <ns2:creationId id="{61721041-CD2B-4123-8291-BFDFB38233C7}"/>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מה נתמך?</a:t>
            </a:r>
          </a:p>
        </ns0:txBody>
      </ns0:sp>
      <ns0:sp>
        <ns0:nvSpPr>
          <ns0:cNvPr id="3" name="editable-מה נוסף?">
            <a:extLst>
              <a:ext uri="{FF2B5EF4-FFF2-40B4-BE49-F238E27FC236}">
                <ns2:creationId id="{1EF80665-498A-4F10-A195-E68D60687AE7}"/>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מה נוסף?</a:t>
            </a:r>
          </a:p>
        </ns0:txBody>
      </ns0:sp>
      <ns0:sp>
        <ns0:nvSpPr>
          <ns0:cNvPr id="4" name="editable-מה צריך תיקון?">
            <a:extLst>
              <a:ext uri="{FF2B5EF4-FFF2-40B4-BE49-F238E27FC236}">
                <ns2:creationId id="{BC8D6001-6EE1-4C4E-B0EB-41F9F93633E9}"/>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מה צריך תיקון?</a:t>
            </a:r>
          </a:p>
        </ns0:txBody>
      </ns0:sp>
      <ns0:sp>
        <ns0:nvSpPr>
          <ns0:cNvPr id="5" name="editable-24">
            <a:extLst>
              <a:ext uri="{FF2B5EF4-FFF2-40B4-BE49-F238E27FC236}">
                <ns2:creationId id="{3098C218-7261-4714-8186-550321A702E2}"/>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ns0:txBody>
      </ns0:sp>
    </ns0:spTree>
    <ns0:extLst>
      <ns0:ext uri="{BB962C8B-B14F-4D97-AF65-F5344CB8AC3E}">
        <ns3:creationId val="650982410"/>
      </ns0:ext>
    </ns0:extLst>
  </ns0:cSld>
</ns0:sld>
</file>

<file path=ppt/slides/slide25.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ממשקי העבודה">
            <a:extLst>
              <a:ext uri="{FF2B5EF4-FFF2-40B4-BE49-F238E27FC236}">
                <ns2:creationId id="{0D18C09A-07F3-4CCF-AFE2-9EC3375F251F}"/>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ממשקי העבודה</a:t>
            </a:r>
          </a:p>
        </ns0:txBody>
      </ns0:sp>
      <ns0:sp>
        <ns0:nvSpPr>
          <ns0:cNvPr id="2" name="editable-שיחה">
            <a:extLst>
              <a:ext uri="{FF2B5EF4-FFF2-40B4-BE49-F238E27FC236}">
                <ns2:creationId id="{3857911F-D3F7-401D-AF03-544B93B09701}"/>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שיחה</a:t>
            </a:r>
          </a:p>
        </ns0:txBody>
      </ns0:sp>
      <ns0:sp>
        <ns0:nvSpPr>
          <ns0:cNvPr id="3" name="editable-קובץ מצורף">
            <a:extLst>
              <a:ext uri="{FF2B5EF4-FFF2-40B4-BE49-F238E27FC236}">
                <ns2:creationId id="{8B603ED9-CD37-487B-879F-39AFFA0ACC32}"/>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קובץ מצורף</a:t>
            </a:r>
          </a:p>
        </ns0:txBody>
      </ns0:sp>
      <ns0:sp>
        <ns0:nvSpPr>
          <ns0:cNvPr id="4" name="editable-מסמך או סביבת עריכה">
            <a:extLst>
              <a:ext uri="{FF2B5EF4-FFF2-40B4-BE49-F238E27FC236}">
                <ns2:creationId id="{07EE92FA-C496-49F3-AFDF-738689763C07}"/>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מסמך או סביבת עריכה</a:t>
            </a:r>
          </a:p>
        </ns0:txBody>
      </ns0:sp>
      <ns0:sp>
        <ns0:nvSpPr>
          <ns0:cNvPr id="5" name="editable-25">
            <a:extLst>
              <a:ext uri="{FF2B5EF4-FFF2-40B4-BE49-F238E27FC236}">
                <ns2:creationId id="{111BF983-06EB-41AB-A4F6-9E5871A64400}"/>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ns0:txBody>
      </ns0:sp>
    </ns0:spTree>
    <ns0:extLst>
      <ns0:ext uri="{BB962C8B-B14F-4D97-AF65-F5344CB8AC3E}">
        <ns3:creationId val="450423080"/>
      </ns0:ext>
    </ns0:extLst>
  </ns0:cSld>
</ns0:sld>
</file>

<file path=ppt/slides/slide26.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מה עזר לבקשה?">
            <a:extLst>
              <a:ext uri="{FF2B5EF4-FFF2-40B4-BE49-F238E27FC236}">
                <ns2:creationId id="{A4A3F0AB-6BEB-4652-B6BD-E3E1C8575E1D}"/>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מה עזר לבקשה?</a:t>
            </a:r>
          </a:p>
        </ns0:txBody>
      </ns0:sp>
      <ns0:sp>
        <ns0:nvSpPr>
          <ns0:cNvPr id="2" name="editable-המקור&#10;הקהל&#10;הבדיקה">
            <a:extLst>
              <a:ext uri="{FF2B5EF4-FFF2-40B4-BE49-F238E27FC236}">
                <ns2:creationId id="{63AF0C96-6D0D-40C3-B8D5-4FECA21F5D8F}"/>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המקור</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הקהל</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הבדיקה</a:t>
            </a:r>
          </a:p>
        </ns0:txBody>
      </ns0:sp>
      <ns0:sp>
        <ns0:nvSpPr>
          <ns0:cNvPr id="3" name="editable-26">
            <a:extLst>
              <a:ext uri="{FF2B5EF4-FFF2-40B4-BE49-F238E27FC236}">
                <ns2:creationId id="{E9D308EA-5D5F-41B8-AC67-BEEA504E3BA3}"/>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ns0:txBody>
      </ns0:sp>
    </ns0:spTree>
    <ns0:extLst>
      <ns0:ext uri="{BB962C8B-B14F-4D97-AF65-F5344CB8AC3E}">
        <ns3:creationId val="1086081272"/>
      </ns0:ext>
    </ns0:extLst>
  </ns0:cSld>
</ns0:sld>
</file>

<file path=ppt/slides/slide27.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5" name="editable-15">
            <a:extLst>
              <a:ext uri="{FF2B5EF4-FFF2-40B4-BE49-F238E27FC236}">
                <ns2:creationId id="{31D96FBC-4849-44E6-8416-A66487ABB39B}"/>
              </a:ext>
            </a:extLst>
          </ns0:cNvPr>
          <ns0:cNvSpPr>
            <a:spLocks noGrp="1"/>
          </ns0:cNvSpPr>
          <ns0:nvPr/>
        </ns0:nvSpPr>
        <ns0:spPr>
          <a:xfrm>
            <a:off x="857250" y="1190625"/>
            <a:ext cx="10477500" cy="2190750"/>
          </a:xfrm>
          <a:prstGeom prst="rect">
            <a:avLst/>
          </a:prstGeom>
          <a:noFill/>
          <a:ln w="0">
            <a:noFill/>
          </a:ln>
        </ns0:spPr>
        <ns0: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ns0:txBody>
      </ns0:sp>
      <ns0:sp>
        <ns0:nvSpPr>
          <ns0:cNvPr id="2" name="editable-הפסקה">
            <a:extLst>
              <a:ext uri="{FF2B5EF4-FFF2-40B4-BE49-F238E27FC236}">
                <ns2:creationId id="{81075C89-D36A-4A11-B977-AA8C8E8F4028}"/>
              </a:ext>
            </a:extLst>
          </ns0:cNvPr>
          <ns0:cNvSpPr>
            <a:spLocks noGrp="1"/>
          </ns0:cNvSpPr>
          <ns0:nvPr/>
        </ns0:nvSpPr>
        <ns0:spPr>
          <a:xfrm>
            <a:off x="857250" y="3667125"/>
            <a:ext cx="10477500" cy="1047750"/>
          </a:xfrm>
          <a:prstGeom prst="rect">
            <a:avLst/>
          </a:prstGeom>
          <a:noFill/>
          <a:ln w="0">
            <a:noFill/>
          </a:ln>
        </ns0:spPr>
        <ns0: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ns0:txBody>
      </ns0:sp>
      <ns0:sp>
        <ns0:nvSpPr>
          <ns0:cNvPr id="3" name="editable-חוזרים בעוד רבע שעה">
            <a:extLst>
              <a:ext uri="{FF2B5EF4-FFF2-40B4-BE49-F238E27FC236}">
                <ns2:creationId id="{9256DAD4-2DC1-4C59-AFBD-E1D230FC52A6}"/>
              </a:ext>
            </a:extLst>
          </ns0:cNvPr>
          <ns0:cNvSpPr>
            <a:spLocks noGrp="1"/>
          </ns0:cNvSpPr>
          <ns0:nvPr/>
        </ns0:nvSpPr>
        <ns0:spPr>
          <a:xfrm>
            <a:off x="857250" y="5000625"/>
            <a:ext cx="10477500" cy="762000"/>
          </a:xfrm>
          <a:prstGeom prst="rect">
            <a:avLst/>
          </a:prstGeom>
          <a:noFill/>
          <a:ln w="0">
            <a:noFill/>
          </a:ln>
        </ns0:spPr>
        <ns0: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ns0:txBody>
      </ns0:sp>
      <ns0:sp>
        <ns0:nvSpPr>
          <ns0:cNvPr id="4" name="editable-27">
            <a:extLst>
              <a:ext uri="{FF2B5EF4-FFF2-40B4-BE49-F238E27FC236}">
                <ns2:creationId id="{1F779BD9-490C-445D-90B7-D3DFEBD37E8E}"/>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27</a:t>
            </a:r>
          </a:p>
        </ns0:txBody>
      </ns0:sp>
    </ns0:spTree>
    <ns0:extLst>
      <ns0:ext uri="{BB962C8B-B14F-4D97-AF65-F5344CB8AC3E}">
        <ns3:creationId val="1778386015"/>
      </ns0:ext>
    </ns0:extLst>
  </ns0:cSld>
</ns0:sld>
</file>

<file path=ppt/slides/slide28.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gradFill>
          <a:gsLst>
            <a:gs pos="0">
              <a:srgbClr val="18243D"/>
            </a:gs>
            <a:gs pos="100000">
              <a:srgbClr val="292940"/>
            </a:gs>
          </a:gsLst>
          <a:lin ang="8400000"/>
        </a:gradFill>
      </ns0:bgPr>
    </ns0:bg>
    <ns0:spTree>
      <ns0:nvGrpSpPr>
        <ns0:cNvPr id="1" name=""/>
        <ns0:cNvGrpSpPr/>
        <ns0:nvPr/>
      </ns0:nvGrpSpPr>
      <ns0:grpSpPr>
        <a:xfrm/>
      </ns0:grpSpPr>
      <ns0:sp>
        <ns0:nvSpPr>
          <ns0:cNvPr id="4" name="editable-עכשיו נבדוק&#10;על מה התשובה נשענת">
            <a:extLst>
              <a:ext uri="{FF2B5EF4-FFF2-40B4-BE49-F238E27FC236}">
                <ns2:creationId id="{CBAFCCE2-010D-41BB-A718-B5B2B969EAEE}"/>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עכשיו נבדוק</a:t>
            </a:r>
          </a:p>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על מה התשובה נשענת</a:t>
            </a:r>
          </a:p>
        </ns0:txBody>
      </ns0:sp>
      <ns0:sp>
        <ns0:nvSpPr>
          <ns0:cNvPr id="2" name="editable-חיפוש ברשת ומקורות שהבאנו">
            <a:extLst>
              <a:ext uri="{FF2B5EF4-FFF2-40B4-BE49-F238E27FC236}">
                <ns2:creationId id="{FCF45029-24E7-460C-B7B5-11C849D96363}"/>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חיפוש ברשת ומקורות שהבאנו</a:t>
            </a:r>
          </a:p>
        </ns0:txBody>
      </ns0:sp>
      <ns0:sp>
        <ns0:nvSpPr>
          <ns0:cNvPr id="3" name="editable-28">
            <a:extLst>
              <a:ext uri="{FF2B5EF4-FFF2-40B4-BE49-F238E27FC236}">
                <ns2:creationId id="{3D90991F-630F-4259-9B96-63B102AA0C0E}"/>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28</a:t>
            </a:r>
          </a:p>
        </ns0:txBody>
      </ns0:sp>
    </ns0:spTree>
    <ns0:extLst>
      <ns0:ext uri="{BB962C8B-B14F-4D97-AF65-F5344CB8AC3E}">
        <ns3:creationId val="100904281"/>
      </ns0:ext>
    </ns0:extLst>
  </ns0:cSld>
</ns0:sld>
</file>

<file path=ppt/slides/slide29.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8FC"/>
        </a:solidFill>
      </ns0:bgPr>
    </ns0:bg>
    <ns0:spTree>
      <ns0:nvGrpSpPr>
        <ns0:cNvPr id="1" name=""/>
        <ns0:cNvGrpSpPr/>
        <ns0:nvPr/>
      </ns0:nvGrpSpPr>
      <ns0:grpSpPr>
        <a:xfrm/>
      </ns0:grpSpPr>
      <ns0:sp>
        <ns0:nvSpPr>
          <ns0:cNvPr id="6" name="editable-Perplexity">
            <a:extLst>
              <a:ext uri="{FF2B5EF4-FFF2-40B4-BE49-F238E27FC236}">
                <ns2:creationId id="{A0A94A5E-B383-4E9A-AE11-7AFC5F27155E}"/>
              </a:ext>
            </a:extLst>
          </ns0:cNvPr>
          <ns0:cNvSpPr>
            <a:spLocks noGrp="1"/>
          </ns0:cNvSpPr>
          <ns0:nvPr/>
        </ns0:nvSpPr>
        <ns0:spPr>
          <a:xfrm>
            <a:off x="6286500" y="952500"/>
            <a:ext cx="5048250" cy="114300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Perplexity</a:t>
            </a:r>
          </a:p>
        </ns0:txBody>
      </ns0:sp>
      <ns0:sp>
        <ns0:nvSpPr>
          <ns0:cNvPr id="2" name="editable-שאלה, תשובה וקישורים למקורות">
            <a:extLst>
              <a:ext uri="{FF2B5EF4-FFF2-40B4-BE49-F238E27FC236}">
                <ns2:creationId id="{E1714A01-4699-4E39-B08F-BCAF5871B4C3}"/>
              </a:ext>
            </a:extLst>
          </ns0:cNvPr>
          <ns0:cNvSpPr>
            <a:spLocks noGrp="1"/>
          </ns0:cNvSpPr>
          <ns0:nvPr/>
        </ns0:nvSpPr>
        <ns0:spPr>
          <a:xfrm>
            <a:off x="6286500" y="2628900"/>
            <a:ext cx="5048250" cy="1714500"/>
          </a:xfrm>
          <a:prstGeom prst="rect">
            <a:avLst/>
          </a:prstGeom>
          <a:noFill/>
          <a:ln w="0">
            <a:noFill/>
          </a:ln>
        </ns0:spPr>
        <ns0: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ns0:txBody>
      </ns0:sp>
      <ns0:sp>
        <ns0:nvSpPr>
          <ns0:cNvPr id="3" name="editable-Perplexity">
            <a:extLst>
              <a:ext uri="{FF2B5EF4-FFF2-40B4-BE49-F238E27FC236}">
                <ns2:creationId id="{4C91A5F3-D0DB-4EAE-BFC6-23746933D914}"/>
              </a:ext>
            </a:extLst>
          </ns0:cNvPr>
          <ns0:cNvSpPr>
            <a:spLocks noGrp="1"/>
          </ns0:cNvSpPr>
          <ns0:nvPr/>
        </ns0:nvSpPr>
        <ns0:spPr>
          <a:xfrm>
            <a:off x="762000" y="2381250"/>
            <a:ext cx="4857750" cy="1428750"/>
          </a:xfrm>
          <a:prstGeom prst="rect">
            <a:avLst/>
          </a:prstGeom>
          <a:noFill/>
          <a:ln w="0">
            <a:noFill/>
          </a:ln>
        </ns0:spPr>
        <ns0:txBody>
          <a:bodyPr lIns="0" tIns="0" rIns="0" bIns="0" anchor="ctr">
            <a:noAutofit/>
          </a:bodyPr>
          <a:lstStyle>
            <a:defPPr algn="l">
              <a:defRPr sz="4800" b="1">
                <a:solidFill>
                  <a:srgbClr val="4378AB"/>
                </a:solidFill>
                <a:latin typeface="Arial"/>
                <a:ea typeface="Arial"/>
                <a:cs typeface="Arial"/>
              </a:defRPr>
            </a:defPPr>
          </a:lstStyle>
          <a:p>
            <a:pPr algn="l">
              <a:defRPr sz="4800" b="1">
                <a:solidFill>
                  <a:srgbClr val="4378AB"/>
                </a:solidFill>
                <a:latin typeface="Arial"/>
                <a:ea typeface="Arial"/>
                <a:cs typeface="Arial"/>
              </a:defRPr>
            </a:pPr>
            <a:r>
              <a:rPr sz="4800" b="1">
                <a:solidFill>
                  <a:srgbClr val="4378AB"/>
                </a:solidFill>
                <a:latin typeface="Arial"/>
                <a:ea typeface="Arial"/>
                <a:cs typeface="Arial"/>
              </a:rPr>
              <a:t>Perplexity</a:t>
            </a:r>
          </a:p>
        </ns0:txBody>
      </ns0:sp>
      <ns0:sp>
        <ns0:nvSpPr>
          <ns0:cNvPr id="4" name="editable-פתיחת Perplexity">
            <a:extLst>
              <a:ext uri="{FF2B5EF4-FFF2-40B4-BE49-F238E27FC236}">
                <ns2:creationId id="{5441EAE2-1B14-4539-8198-78F1BB564D53}"/>
              </a:ext>
            </a:extLst>
          </ns0:cNvPr>
          <ns0:cNvSpPr>
            <a:spLocks noGrp="1"/>
          </ns0:cNvSpPr>
          <ns0:nvPr/>
        </ns0:nvSpPr>
        <ns0:spPr>
          <a:xfrm>
            <a:off x="6572250" y="5238750"/>
            <a:ext cx="4762500" cy="476250"/>
          </a:xfrm>
          <a:prstGeom prst="rect">
            <a:avLst/>
          </a:prstGeom>
          <a:noFill/>
          <a:ln w="0">
            <a:noFill/>
          </a:ln>
        </ns0:spPr>
        <ns0: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ns3:id="Rc6942ebf99334d18"/>
              </a:rPr>
              <a:t>פתיחת Perplexity</a:t>
            </a:r>
          </a:p>
        </ns0:txBody>
      </ns0:sp>
      <ns0:sp>
        <ns0:nvSpPr>
          <ns0:cNvPr id="5" name="editable-29">
            <a:extLst>
              <a:ext uri="{FF2B5EF4-FFF2-40B4-BE49-F238E27FC236}">
                <ns2:creationId id="{9690AA18-2C08-4D6C-BA29-21717DD7C860}"/>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ns0:txBody>
      </ns0:sp>
    </ns0:spTree>
    <ns0:extLst>
      <ns0:ext uri="{BB962C8B-B14F-4D97-AF65-F5344CB8AC3E}">
        <ns4:creationId val="299768059"/>
      </ns0:ext>
    </ns0:extLst>
  </ns0:cSld>
</ns0:sld>
</file>

<file path=ppt/slides/slide30.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7" name="editable-חיפוש מקצועי">
            <a:extLst>
              <a:ext uri="{FF2B5EF4-FFF2-40B4-BE49-F238E27FC236}">
                <ns2:creationId id="{15F348A4-6E22-4EAE-949D-216AEB754825}"/>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מקצועי</a:t>
            </a:r>
          </a:p>
        </ns0:txBody>
      </ns0:sp>
      <ns0:sp>
        <ns0:nvSpPr>
          <ns0:cNvPr id="2" name="editable-מי פרסם?">
            <a:extLst>
              <a:ext uri="{FF2B5EF4-FFF2-40B4-BE49-F238E27FC236}">
                <ns2:creationId id="{8E0EB6E0-387C-46BA-838D-7CA7FE850969}"/>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מי פרסם?</a:t>
            </a:r>
          </a:p>
        </ns0:txBody>
      </ns0:sp>
      <ns0:sp>
        <ns0:nvSpPr>
          <ns0:cNvPr id="3" name="editable-מתי?">
            <a:extLst>
              <a:ext uri="{FF2B5EF4-FFF2-40B4-BE49-F238E27FC236}">
                <ns2:creationId id="{4FA470AF-510D-4FEC-9058-F5A59C42D63A}"/>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מתי?</a:t>
            </a:r>
          </a:p>
        </ns0:txBody>
      </ns0:sp>
      <ns0:sp>
        <ns0:nvSpPr>
          <ns0:cNvPr id="4" name="editable-איזה סוג מקור?">
            <a:extLst>
              <a:ext uri="{FF2B5EF4-FFF2-40B4-BE49-F238E27FC236}">
                <ns2:creationId id="{FFC933F3-3DE2-4D16-9008-4E0B27158DFF}"/>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איזה סוג מקור?</a:t>
            </a:r>
          </a:p>
        </ns0:txBody>
      </ns0:sp>
      <ns0:sp>
        <ns0:nvSpPr>
          <ns0:cNvPr id="5" name="editable-P08 / P09">
            <a:extLst>
              <a:ext uri="{FF2B5EF4-FFF2-40B4-BE49-F238E27FC236}">
                <ns2:creationId id="{F9EE5A9B-E612-4E1B-852F-F256DBB7ABC1}"/>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ns0:txBody>
      </ns0:sp>
      <ns0:sp>
        <ns0:nvSpPr>
          <ns0:cNvPr id="6" name="editable-30">
            <a:extLst>
              <a:ext uri="{FF2B5EF4-FFF2-40B4-BE49-F238E27FC236}">
                <ns2:creationId id="{AB552274-6353-4915-9B0A-A77A42445BDF}"/>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ns0:txBody>
      </ns0:sp>
    </ns0:spTree>
    <ns0:extLst>
      <ns0:ext uri="{BB962C8B-B14F-4D97-AF65-F5344CB8AC3E}">
        <ns3:creationId val="316505097"/>
      </ns0:ext>
    </ns0:extLst>
  </ns0:cSld>
</ns0:sld>
</file>

<file path=ppt/slides/slide31.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8" name="editable-6">
            <a:extLst>
              <a:ext uri="{FF2B5EF4-FFF2-40B4-BE49-F238E27FC236}">
                <ns2:creationId id="{1B80AB75-1AFF-4582-9708-A8989B3642CA}"/>
              </a:ext>
            </a:extLst>
          </ns0:cNvPr>
          <ns0:cNvSpPr>
            <a:spLocks noGrp="1"/>
          </ns0:cNvSpPr>
          <ns0:nvPr/>
        </ns0:nvSpPr>
        <ns0:spPr>
          <a:xfrm>
            <a:off x="666750" y="1666875"/>
            <a:ext cx="2667000" cy="2047875"/>
          </a:xfrm>
          <a:prstGeom prst="rect">
            <a:avLst/>
          </a:prstGeom>
          <a:noFill/>
          <a:ln w="0">
            <a:noFill/>
          </a:ln>
        </ns0:spPr>
        <ns0: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ns0:txBody>
      </ns0:sp>
      <ns0:sp>
        <ns0:nvSpPr>
          <ns0:cNvPr id="2" name="editable-דקות">
            <a:extLst>
              <a:ext uri="{FF2B5EF4-FFF2-40B4-BE49-F238E27FC236}">
                <ns2:creationId id="{F9086162-3B64-45DE-B388-F69213FF1C5F}"/>
              </a:ext>
            </a:extLst>
          </ns0:cNvPr>
          <ns0:cNvSpPr>
            <a:spLocks noGrp="1"/>
          </ns0:cNvSpPr>
          <ns0:nvPr/>
        </ns0:nvSpPr>
        <ns0:spPr>
          <a:xfrm>
            <a:off x="952500" y="3714750"/>
            <a:ext cx="2095500" cy="619125"/>
          </a:xfrm>
          <a:prstGeom prst="rect">
            <a:avLst/>
          </a:prstGeom>
          <a:noFill/>
          <a:ln w="0">
            <a:noFill/>
          </a:ln>
        </ns0:spPr>
        <ns0: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ns0:txBody>
      </ns0:sp>
      <ns0:sp>
        <ns0:nvSpPr>
          <ns0:cNvPr id="3" name="editable-תרגיל 2&#10;שני מקורות שנפתחו">
            <a:extLst>
              <a:ext uri="{FF2B5EF4-FFF2-40B4-BE49-F238E27FC236}">
                <ns2:creationId id="{36B864F1-C704-41A7-818D-355B98D6C5A6}"/>
              </a:ext>
            </a:extLst>
          </ns0:cNvPr>
          <ns0:cNvSpPr>
            <a:spLocks noGrp="1"/>
          </ns0:cNvSpPr>
          <ns0:nvPr/>
        </ns0:nvSpPr>
        <ns0:spPr>
          <a:xfrm>
            <a:off x="4191000" y="1000125"/>
            <a:ext cx="7048500" cy="1809750"/>
          </a:xfrm>
          <a:prstGeom prst="rect">
            <a:avLst/>
          </a:prstGeom>
          <a:noFill/>
          <a:ln w="0">
            <a:noFill/>
          </a:ln>
        </ns0:spPr>
        <ns0: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ns0:txBody>
      </ns0:sp>
      <ns0:sp>
        <ns0:nvSpPr>
          <ns0:cNvPr id="4" name="editable-רפואה וסיעוד: היגיינת ידיים&#10;אדמיניס">
            <a:extLst>
              <a:ext uri="{FF2B5EF4-FFF2-40B4-BE49-F238E27FC236}">
                <ns2:creationId id="{77DF5084-B955-498A-BFED-BD15F0CD9C25}"/>
              </a:ext>
            </a:extLst>
          </ns0:cNvPr>
          <ns0:cNvSpPr>
            <a:spLocks noGrp="1"/>
          </ns0:cNvSpPr>
          <ns0:nvPr/>
        </ns0:nvSpPr>
        <ns0:spPr>
          <a:xfrm>
            <a:off x="4191000" y="3286125"/>
            <a:ext cx="7048500" cy="2000250"/>
          </a:xfrm>
          <a:prstGeom prst="rect">
            <a:avLst/>
          </a:prstGeom>
          <a:noFill/>
          <a:ln w="0">
            <a:noFill/>
          </a:ln>
        </ns0:spPr>
        <ns0: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רפואה וסיעוד: היגיינת ידיים</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אדמיניסטרציה והוראה: מצגת נגישה</a:t>
            </a:r>
          </a:p>
        </ns0:txBody>
      </ns0:sp>
      <ns0:sp>
        <ns0:nvSpPr>
          <ns0:cNvPr id="5" name="editable-הפרומפט המלא בדף התרגול">
            <a:extLst>
              <a:ext uri="{FF2B5EF4-FFF2-40B4-BE49-F238E27FC236}">
                <ns2:creationId id="{F89C98B7-E30A-4354-B9D5-B2507803C959}"/>
              </a:ext>
            </a:extLst>
          </ns0:cNvPr>
          <ns0:cNvSpPr>
            <a:spLocks noGrp="1"/>
          </ns0:cNvSpPr>
          <ns0:nvPr/>
        </ns0:nvSpPr>
        <ns0:spPr>
          <a:xfrm>
            <a:off x="4191000" y="5791200"/>
            <a:ext cx="7048500" cy="4191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ns0:txBody>
      </ns0:sp>
      <ns0:sp>
        <ns0:nvSpPr>
          <ns0:cNvPr id="6" name="editable-P08 / P09">
            <a:extLst>
              <a:ext uri="{FF2B5EF4-FFF2-40B4-BE49-F238E27FC236}">
                <ns2:creationId id="{FC6C2538-15AE-4798-84B9-3DE317EE900D}"/>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ns0:txBody>
      </ns0:sp>
      <ns0:sp>
        <ns0:nvSpPr>
          <ns0:cNvPr id="7" name="editable-31">
            <a:extLst>
              <a:ext uri="{FF2B5EF4-FFF2-40B4-BE49-F238E27FC236}">
                <ns2:creationId id="{C77C53AD-A540-47F5-86CB-260ACF6A1276}"/>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31</a:t>
            </a:r>
          </a:p>
        </ns0:txBody>
      </ns0:sp>
    </ns0:spTree>
    <ns0:extLst>
      <ns0:ext uri="{BB962C8B-B14F-4D97-AF65-F5344CB8AC3E}">
        <ns3:creationId val="772190809"/>
      </ns0:ext>
    </ns0:extLst>
  </ns0:cSld>
</ns0:sld>
</file>

<file path=ppt/slides/slide32.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מקור אחד שבדקתם">
            <a:extLst>
              <a:ext uri="{FF2B5EF4-FFF2-40B4-BE49-F238E27FC236}">
                <ns2:creationId id="{59E16803-FF8B-46A5-9D8A-B3E9FE66EEA1}"/>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מקור אחד שבדקתם</a:t>
            </a:r>
          </a:p>
        </ns0:txBody>
      </ns0:sp>
      <ns0:sp>
        <ns0:nvSpPr>
          <ns0:cNvPr id="2" name="editable-האם המקור באמת&#10;תומך בתשובה?">
            <a:extLst>
              <a:ext uri="{FF2B5EF4-FFF2-40B4-BE49-F238E27FC236}">
                <ns2:creationId id="{A36A0F43-120F-4FFF-85E1-619F477986E8}"/>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האם המקור באמת</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תומך בתשובה?</a:t>
            </a:r>
          </a:p>
        </ns0:txBody>
      </ns0:sp>
      <ns0:sp>
        <ns0:nvSpPr>
          <ns0:cNvPr id="3" name="editable-32">
            <a:extLst>
              <a:ext uri="{FF2B5EF4-FFF2-40B4-BE49-F238E27FC236}">
                <ns2:creationId id="{7532A3DC-9293-4955-864E-CA3A413DD5C3}"/>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32</a:t>
            </a:r>
          </a:p>
        </ns0:txBody>
      </ns0:sp>
    </ns0:spTree>
    <ns0:extLst>
      <ns0:ext uri="{BB962C8B-B14F-4D97-AF65-F5344CB8AC3E}">
        <ns3:creationId val="2018877064"/>
      </ns0:ext>
    </ns0:extLst>
  </ns0:cSld>
</ns0:sld>
</file>

<file path=ppt/slides/slide33.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8FC"/>
        </a:solidFill>
      </ns0:bgPr>
    </ns0:bg>
    <ns0:spTree>
      <ns0:nvGrpSpPr>
        <ns0:cNvPr id="1" name=""/>
        <ns0:cNvGrpSpPr/>
        <ns0:nvPr/>
      </ns0:nvGrpSpPr>
      <ns0:grpSpPr>
        <a:xfrm/>
      </ns0:grpSpPr>
      <ns0:sp>
        <ns0:nvSpPr>
          <ns0:cNvPr id="6" name="editable-NotebookLM">
            <a:extLst>
              <a:ext uri="{FF2B5EF4-FFF2-40B4-BE49-F238E27FC236}">
                <ns2:creationId id="{00D8385B-C0EC-4100-B540-48B68AA1FC55}"/>
              </a:ext>
            </a:extLst>
          </ns0:cNvPr>
          <ns0:cNvSpPr>
            <a:spLocks noGrp="1"/>
          </ns0:cNvSpPr>
          <ns0:nvPr/>
        </ns0:nvSpPr>
        <ns0:spPr>
          <a:xfrm>
            <a:off x="6286500" y="952500"/>
            <a:ext cx="5048250" cy="114300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NotebookLM</a:t>
            </a:r>
          </a:p>
        </ns0:txBody>
      </ns0:sp>
      <ns0:sp>
        <ns0:nvSpPr>
          <ns0:cNvPr id="2" name="editable-שאלות על המקורות שלכם">
            <a:extLst>
              <a:ext uri="{FF2B5EF4-FFF2-40B4-BE49-F238E27FC236}">
                <ns2:creationId id="{E483F861-1A90-4DB3-A90F-FE808DC2BCA8}"/>
              </a:ext>
            </a:extLst>
          </ns0:cNvPr>
          <ns0:cNvSpPr>
            <a:spLocks noGrp="1"/>
          </ns0:cNvSpPr>
          <ns0:nvPr/>
        </ns0:nvSpPr>
        <ns0:spPr>
          <a:xfrm>
            <a:off x="6286500" y="2628900"/>
            <a:ext cx="5048250" cy="1714500"/>
          </a:xfrm>
          <a:prstGeom prst="rect">
            <a:avLst/>
          </a:prstGeom>
          <a:noFill/>
          <a:ln w="0">
            <a:noFill/>
          </a:ln>
        </ns0:spPr>
        <ns0: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ns0:txBody>
      </ns0:sp>
      <ns0:pic>
        <ns0:nvPicPr>
          <ns0:cNvPr id="3" name="">
            <a:extLst>
              <a:ext uri="{FF2B5EF4-FFF2-40B4-BE49-F238E27FC236}">
                <ns2:creationId id="{1A04DD2C-CE4E-4BC8-84FB-FFCBE7771FC5}"/>
              </a:ext>
            </a:extLst>
          </ns0:cNvPr>
          <ns0:cNvPicPr>
            <a:picLocks noChangeAspect="1"/>
          </ns0:cNvPicPr>
          <ns0:nvPr/>
        </ns0:nvPicPr>
        <ns0:blipFill>
          <a:blip ns3:embed="R2247313fed79435a"/>
          <a:stretch/>
        </ns0:blipFill>
        <ns0:spPr>
          <a:xfrm>
            <a:off x="857250" y="2759146"/>
            <a:ext cx="4524375" cy="482457"/>
          </a:xfrm>
          <a:prstGeom prst="rect">
            <a:avLst/>
          </a:prstGeom>
        </ns0:spPr>
      </ns0:pic>
      <ns0:sp>
        <ns0:nvSpPr>
          <ns0:cNvPr id="4" name="editable-פתיחת NotebookLM">
            <a:extLst>
              <a:ext uri="{FF2B5EF4-FFF2-40B4-BE49-F238E27FC236}">
                <ns2:creationId id="{62D0BEB1-6AD2-4CA1-B00B-AF87B807ABB3}"/>
              </a:ext>
            </a:extLst>
          </ns0:cNvPr>
          <ns0:cNvSpPr>
            <a:spLocks noGrp="1"/>
          </ns0:cNvSpPr>
          <ns0:nvPr/>
        </ns0:nvSpPr>
        <ns0:spPr>
          <a:xfrm>
            <a:off x="6572250" y="5238750"/>
            <a:ext cx="4762500" cy="476250"/>
          </a:xfrm>
          <a:prstGeom prst="rect">
            <a:avLst/>
          </a:prstGeom>
          <a:noFill/>
          <a:ln w="0">
            <a:noFill/>
          </a:ln>
        </ns0:spPr>
        <ns0: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ns3:id="Rf68f9d19a3a84d9d"/>
              </a:rPr>
              <a:t>פתיחת NotebookLM</a:t>
            </a:r>
          </a:p>
        </ns0:txBody>
      </ns0:sp>
      <ns0:sp>
        <ns0:nvSpPr>
          <ns0:cNvPr id="5" name="editable-33">
            <a:extLst>
              <a:ext uri="{FF2B5EF4-FFF2-40B4-BE49-F238E27FC236}">
                <ns2:creationId id="{4211714C-045D-4A97-8B09-99E233901BC6}"/>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33</a:t>
            </a:r>
          </a:p>
        </ns0:txBody>
      </ns0:sp>
    </ns0:spTree>
    <ns0:extLst>
      <ns0:ext uri="{BB962C8B-B14F-4D97-AF65-F5344CB8AC3E}">
        <ns4:creationId val="340997251"/>
      </ns0:ext>
    </ns0:extLst>
  </ns0:cSld>
</ns0:sld>
</file>

<file path=ppt/slides/slide34.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9" name="editable-שני מסמכים&#10;שתי שעות">
            <a:extLst>
              <a:ext uri="{FF2B5EF4-FFF2-40B4-BE49-F238E27FC236}">
                <ns2:creationId id="{AB52E706-5980-4989-A278-BC138F3429B9}"/>
              </a:ext>
            </a:extLst>
          </ns0:cNvPr>
          <ns0:cNvSpPr>
            <a:spLocks noGrp="1"/>
          </ns0:cNvSpPr>
          <ns0:nvPr/>
        </ns0:nvSpPr>
        <ns0:spPr>
          <a:xfrm>
            <a:off x="857250" y="762000"/>
            <a:ext cx="10477500" cy="152400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ns0:txBody>
      </ns0:sp>
      <ns0:sp>
        <ns0:nvSpPr>
          <ns0:cNvPr id="2" name="editable-מסמך א">
            <a:extLst>
              <a:ext uri="{FF2B5EF4-FFF2-40B4-BE49-F238E27FC236}">
                <ns2:creationId id="{273E12A6-BE12-4329-A3EC-C7A7F877A415}"/>
              </a:ext>
            </a:extLst>
          </ns0:cNvPr>
          <ns0:cNvSpPr>
            <a:spLocks noGrp="1"/>
          </ns0:cNvSpPr>
          <ns0:nvPr/>
        </ns0:nvSpPr>
        <ns0:spPr>
          <a:xfrm>
            <a:off x="6619875" y="2857500"/>
            <a:ext cx="4524375" cy="609600"/>
          </a:xfrm>
          <a:prstGeom prst="rect">
            <a:avLst/>
          </a:prstGeom>
          <a:noFill/>
          <a:ln w="0">
            <a:noFill/>
          </a:ln>
        </ns0:spPr>
        <ns0: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ns0:txBody>
      </ns0:sp>
      <ns0:sp>
        <ns0:nvSpPr>
          <ns0:cNvPr id="3" name="editable-09:00">
            <a:extLst>
              <a:ext uri="{FF2B5EF4-FFF2-40B4-BE49-F238E27FC236}">
                <ns2:creationId id="{FE2177CF-2140-445C-9620-110383E35685}"/>
              </a:ext>
            </a:extLst>
          </ns0:cNvPr>
          <ns0:cNvSpPr>
            <a:spLocks noGrp="1"/>
          </ns0:cNvSpPr>
          <ns0:nvPr/>
        </ns0:nvSpPr>
        <ns0:spPr>
          <a:xfrm>
            <a:off x="6619875" y="3619500"/>
            <a:ext cx="4524375" cy="952500"/>
          </a:xfrm>
          <a:prstGeom prst="rect">
            <a:avLst/>
          </a:prstGeom>
          <a:noFill/>
          <a:ln w="0">
            <a:noFill/>
          </a:ln>
        </ns0:spPr>
        <ns0: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ns0:txBody>
      </ns0:sp>
      <ns0:sp>
        <ns0:nvSpPr>
          <ns0:cNvPr id="4" name="editable-חדר 2">
            <a:extLst>
              <a:ext uri="{FF2B5EF4-FFF2-40B4-BE49-F238E27FC236}">
                <ns2:creationId id="{7A7F7F4F-63FF-48C3-B184-13ABFF556C79}"/>
              </a:ext>
            </a:extLst>
          </ns0:cNvPr>
          <ns0:cNvSpPr>
            <a:spLocks noGrp="1"/>
          </ns0:cNvSpPr>
          <ns0:nvPr/>
        </ns0:nvSpPr>
        <ns0:spPr>
          <a:xfrm>
            <a:off x="6619875" y="4810125"/>
            <a:ext cx="4524375" cy="666750"/>
          </a:xfrm>
          <a:prstGeom prst="rect">
            <a:avLst/>
          </a:prstGeom>
          <a:noFill/>
          <a:ln w="0">
            <a:noFill/>
          </a:ln>
        </ns0:spPr>
        <ns0: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ns0:txBody>
      </ns0:sp>
      <ns0:sp>
        <ns0:nvSpPr>
          <ns0:cNvPr id="5" name="editable-מסמך ב">
            <a:extLst>
              <a:ext uri="{FF2B5EF4-FFF2-40B4-BE49-F238E27FC236}">
                <ns2:creationId id="{98574B97-E3C6-404F-BCA7-A06D5AC9D10C}"/>
              </a:ext>
            </a:extLst>
          </ns0:cNvPr>
          <ns0:cNvSpPr>
            <a:spLocks noGrp="1"/>
          </ns0:cNvSpPr>
          <ns0:nvPr/>
        </ns0:nvSpPr>
        <ns0:spPr>
          <a:xfrm>
            <a:off x="904875" y="2857500"/>
            <a:ext cx="4524375" cy="609600"/>
          </a:xfrm>
          <a:prstGeom prst="rect">
            <a:avLst/>
          </a:prstGeom>
          <a:noFill/>
          <a:ln w="0">
            <a:noFill/>
          </a:ln>
        </ns0:spPr>
        <ns0: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ns0:txBody>
      </ns0:sp>
      <ns0:sp>
        <ns0:nvSpPr>
          <ns0:cNvPr id="6" name="editable-09:30">
            <a:extLst>
              <a:ext uri="{FF2B5EF4-FFF2-40B4-BE49-F238E27FC236}">
                <ns2:creationId id="{A946E2CC-CFCB-4532-BA4E-5A2401CEAE33}"/>
              </a:ext>
            </a:extLst>
          </ns0:cNvPr>
          <ns0:cNvSpPr>
            <a:spLocks noGrp="1"/>
          </ns0:cNvSpPr>
          <ns0:nvPr/>
        </ns0:nvSpPr>
        <ns0:spPr>
          <a:xfrm>
            <a:off x="904875" y="3619500"/>
            <a:ext cx="4524375" cy="952500"/>
          </a:xfrm>
          <a:prstGeom prst="rect">
            <a:avLst/>
          </a:prstGeom>
          <a:noFill/>
          <a:ln w="0">
            <a:noFill/>
          </a:ln>
        </ns0:spPr>
        <ns0: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ns0:txBody>
      </ns0:sp>
      <ns0:sp>
        <ns0:nvSpPr>
          <ns0:cNvPr id="7" name="editable-חדר 3">
            <a:extLst>
              <a:ext uri="{FF2B5EF4-FFF2-40B4-BE49-F238E27FC236}">
                <ns2:creationId id="{9ED304C2-68D4-4F31-A9AE-AD646FF88656}"/>
              </a:ext>
            </a:extLst>
          </ns0:cNvPr>
          <ns0:cNvSpPr>
            <a:spLocks noGrp="1"/>
          </ns0:cNvSpPr>
          <ns0:nvPr/>
        </ns0:nvSpPr>
        <ns0:spPr>
          <a:xfrm>
            <a:off x="904875" y="4810125"/>
            <a:ext cx="4524375" cy="666750"/>
          </a:xfrm>
          <a:prstGeom prst="rect">
            <a:avLst/>
          </a:prstGeom>
          <a:noFill/>
          <a:ln w="0">
            <a:noFill/>
          </a:ln>
        </ns0:spPr>
        <ns0: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ns0:txBody>
      </ns0:sp>
      <ns0:sp>
        <ns0:nvSpPr>
          <ns0:cNvPr id="8" name="editable-34">
            <a:extLst>
              <a:ext uri="{FF2B5EF4-FFF2-40B4-BE49-F238E27FC236}">
                <ns2:creationId id="{7174D1C7-F4BA-4047-A23F-F9A70724AD3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34</a:t>
            </a:r>
          </a:p>
        </ns0:txBody>
      </ns0:sp>
    </ns0:spTree>
    <ns0:extLst>
      <ns0:ext uri="{BB962C8B-B14F-4D97-AF65-F5344CB8AC3E}">
        <ns3:creationId val="651986325"/>
      </ns0:ext>
    </ns0:extLst>
  </ns0:cSld>
</ns0:sld>
</file>

<file path=ppt/slides/slide35.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הכרעה מתוך מקור">
            <a:extLst>
              <a:ext uri="{FF2B5EF4-FFF2-40B4-BE49-F238E27FC236}">
                <ns2:creationId id="{D6AA19D1-E652-40C0-A236-0D4EF262EA27}"/>
              </a:ext>
            </a:extLst>
          </ns0:cNvPr>
          <ns0:cNvSpPr>
            <a:spLocks noGrp="1"/>
          </ns0:cNvSpPr>
          <ns0:nvPr/>
        </ns0:nvSpPr>
        <ns0:spPr>
          <a:xfrm>
            <a:off x="857250" y="1143000"/>
            <a:ext cx="10477500" cy="1476375"/>
          </a:xfrm>
          <a:prstGeom prst="rect">
            <a:avLst/>
          </a:prstGeom>
          <a:noFill/>
          <a:ln w="0">
            <a:noFill/>
          </a:ln>
        </ns0:spPr>
        <ns0:txBody>
          <a:bodyPr lIns="0" tIns="0" rIns="0" bIns="0" anchor="ctr">
            <a:noAutofit/>
          </a:bodyPr>
          <a:lstStyle>
            <a:defPPr algn="r">
              <a:defRPr sz="4425" b="1">
                <a:solidFill>
                  <a:srgbClr val="191B2B"/>
                </a:solidFill>
                <a:latin typeface="Arial"/>
                <a:ea typeface="Arial"/>
                <a:cs typeface="Arial"/>
              </a:defRPr>
            </a:defPPr>
          </a:lstStyle>
          <a:p>
            <a:pPr algn="r" rtl="1">
              <a:defRPr sz="4425" b="1">
                <a:solidFill>
                  <a:srgbClr val="191B2B"/>
                </a:solidFill>
                <a:latin typeface="Arial"/>
                <a:ea typeface="Arial"/>
                <a:cs typeface="Arial"/>
              </a:defRPr>
            </a:pPr>
            <a:r>
              <a:rPr sz="4425" b="1">
                <a:solidFill>
                  <a:srgbClr val="191B2B"/>
                </a:solidFill>
                <a:latin typeface="Arial"/>
                <a:ea typeface="Arial"/>
                <a:cs typeface="Arial"/>
              </a:rPr>
              <a:t>הכרעה מתוך מקור</a:t>
            </a:r>
          </a:p>
        </ns0:txBody>
      </ns0:sp>
      <ns0:sp>
        <ns0:nvSpPr>
          <ns0:cNvPr id="2" name="editable-איזה משפט&#10;מסביר את השינוי?">
            <a:extLst>
              <a:ext uri="{FF2B5EF4-FFF2-40B4-BE49-F238E27FC236}">
                <ns2:creationId id="{E0A952A5-5CF9-48A9-9052-BA234D5EF944}"/>
              </a:ext>
            </a:extLst>
          </ns0:cNvPr>
          <ns0:cNvSpPr>
            <a:spLocks noGrp="1"/>
          </ns0:cNvSpPr>
          <ns0:nvPr/>
        </ns0:nvSpPr>
        <ns0:spPr>
          <a:xfrm>
            <a:off x="1047750" y="3143250"/>
            <a:ext cx="10191750" cy="1714500"/>
          </a:xfrm>
          <a:prstGeom prst="rect">
            <a:avLst/>
          </a:prstGeom>
          <a:noFill/>
          <a:ln w="0">
            <a:noFill/>
          </a:ln>
        </ns0:spPr>
        <ns0:txBody>
          <a:bodyPr lIns="0" tIns="0" rIns="0" bIns="0" anchor="ctr">
            <a:noAutofit/>
          </a:bodyPr>
          <a:lstStyle>
            <a:defPPr algn="r">
              <a:defRPr sz="3375" b="0">
                <a:solidFill>
                  <a:srgbClr val="7A59BC"/>
                </a:solidFill>
                <a:latin typeface="Arial"/>
                <a:ea typeface="Arial"/>
                <a:cs typeface="Arial"/>
              </a:defRPr>
            </a:defPPr>
          </a:lstStyle>
          <a:p>
            <a:pPr algn="r" rtl="1">
              <a:defRPr sz="3375" b="0">
                <a:solidFill>
                  <a:srgbClr val="7A59BC"/>
                </a:solidFill>
                <a:latin typeface="Arial"/>
                <a:ea typeface="Arial"/>
                <a:cs typeface="Arial"/>
              </a:defRPr>
            </a:pPr>
            <a:r>
              <a:rPr sz="3375" b="0">
                <a:solidFill>
                  <a:srgbClr val="7A59BC"/>
                </a:solidFill>
                <a:latin typeface="Arial"/>
                <a:ea typeface="Arial"/>
                <a:cs typeface="Arial"/>
              </a:rPr>
              <a:t>איזה משפט</a:t>
            </a:r>
          </a:p>
          <a:p>
            <a:pPr algn="r" rtl="1">
              <a:defRPr sz="3375" b="0">
                <a:solidFill>
                  <a:srgbClr val="7A59BC"/>
                </a:solidFill>
                <a:latin typeface="Arial"/>
                <a:ea typeface="Arial"/>
                <a:cs typeface="Arial"/>
              </a:defRPr>
            </a:pPr>
            <a:r>
              <a:rPr sz="3375" b="0">
                <a:solidFill>
                  <a:srgbClr val="7A59BC"/>
                </a:solidFill>
                <a:latin typeface="Arial"/>
                <a:ea typeface="Arial"/>
                <a:cs typeface="Arial"/>
              </a:rPr>
              <a:t>מסביר את השינוי?</a:t>
            </a:r>
          </a:p>
        </ns0:txBody>
      </ns0:sp>
      <ns0:sp>
        <ns0:nvSpPr>
          <ns0:cNvPr id="3" name="editable-הנוסח המלא בדף התרגול">
            <a:extLst>
              <a:ext uri="{FF2B5EF4-FFF2-40B4-BE49-F238E27FC236}">
                <ns2:creationId id="{2C5E7652-10E8-49C5-9EEE-DA048F3784B7}"/>
              </a:ext>
            </a:extLst>
          </ns0:cNvPr>
          <ns0:cNvSpPr>
            <a:spLocks noGrp="1"/>
          </ns0:cNvSpPr>
          <ns0:nvPr/>
        </ns0:nvSpPr>
        <ns0:spPr>
          <a:xfrm>
            <a:off x="1047750" y="5619750"/>
            <a:ext cx="10191750" cy="514350"/>
          </a:xfrm>
          <a:prstGeom prst="rect">
            <a:avLst/>
          </a:prstGeom>
          <a:noFill/>
          <a:ln w="0">
            <a:noFill/>
          </a:ln>
        </ns0:spPr>
        <ns0:txBody>
          <a:bodyPr lIns="0" tIns="0" rIns="0" bIns="0" anchor="ctr">
            <a:noAutofit/>
          </a:bodyPr>
          <a:lstStyle>
            <a:defPPr algn="r">
              <a:defRPr sz="1950" b="0">
                <a:solidFill>
                  <a:srgbClr val="5D647C"/>
                </a:solidFill>
                <a:latin typeface="Arial"/>
                <a:ea typeface="Arial"/>
                <a:cs typeface="Arial"/>
              </a:defRPr>
            </a:defPPr>
          </a:lstStyle>
          <a:p>
            <a:pPr algn="r" rtl="1">
              <a:defRPr sz="1950" b="0">
                <a:solidFill>
                  <a:srgbClr val="5D647C"/>
                </a:solidFill>
                <a:latin typeface="Arial"/>
                <a:ea typeface="Arial"/>
                <a:cs typeface="Arial"/>
              </a:defRPr>
            </a:pPr>
            <a:r>
              <a:rPr sz="1950" b="0">
                <a:solidFill>
                  <a:srgbClr val="5D647C"/>
                </a:solidFill>
                <a:latin typeface="Arial"/>
                <a:ea typeface="Arial"/>
                <a:cs typeface="Arial"/>
              </a:rPr>
              <a:t>הנוסח המלא בדף התרגול</a:t>
            </a:r>
          </a:p>
        </ns0:txBody>
      </ns0:sp>
      <ns0:sp>
        <ns0:nvSpPr>
          <ns0:cNvPr id="4" name="editable-P10">
            <a:extLst>
              <a:ext uri="{FF2B5EF4-FFF2-40B4-BE49-F238E27FC236}">
                <ns2:creationId id="{DD1FCFD2-EB51-4E8B-AB5D-3A64930CD99D}"/>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a:t>
            </a:r>
          </a:p>
        </ns0:txBody>
      </ns0:sp>
      <ns0:sp>
        <ns0:nvSpPr>
          <ns0:cNvPr id="5" name="editable-35">
            <a:extLst>
              <a:ext uri="{FF2B5EF4-FFF2-40B4-BE49-F238E27FC236}">
                <ns2:creationId id="{492A43E1-8C61-416C-8234-33716170265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ns0:txBody>
      </ns0:sp>
    </ns0:spTree>
    <ns0:extLst>
      <ns0:ext uri="{BB962C8B-B14F-4D97-AF65-F5344CB8AC3E}">
        <ns3:creationId val="1106101734"/>
      </ns0:ext>
    </ns0:extLst>
  </ns0:cSld>
</ns0:sld>
</file>

<file path=ppt/slides/slide36.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171B22"/>
        </a:solidFill>
      </ns0:bgPr>
    </ns0:bg>
    <ns0:spTree>
      <ns0:nvGrpSpPr>
        <ns0:cNvPr id="1" name=""/>
        <ns0:cNvGrpSpPr/>
        <ns0:nvPr/>
      </ns0:nvGrpSpPr>
      <ns0:grpSpPr>
        <a:xfrm/>
      </ns0:grpSpPr>
      <ns0:sp>
        <ns0:nvSpPr>
          <ns0:cNvPr id="5" name="editable-אין תשובה במקור">
            <a:extLst>
              <a:ext uri="{FF2B5EF4-FFF2-40B4-BE49-F238E27FC236}">
                <ns2:creationId id="{52A4E12E-8CF7-4ED9-9EEB-9227EE295917}"/>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אין תשובה במקור</a:t>
            </a:r>
          </a:p>
        </ns0:txBody>
      </ns0:sp>
      <ns0:sp>
        <ns0:nvSpPr>
          <ns0:cNvPr id="2" name="editable-טלפון להרשמה?&#10;הוראות צום?">
            <a:extLst>
              <a:ext uri="{FF2B5EF4-FFF2-40B4-BE49-F238E27FC236}">
                <ns2:creationId id="{D0C0695C-39F8-40B1-9D23-30A275AEB06E}"/>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טלפון להרשמה?</a:t>
            </a:r>
          </a:p>
          <a:p>
            <a:pPr algn="ctr" rtl="1">
              <a:defRPr sz="2700" b="0">
                <a:solidFill>
                  <a:srgbClr val="F7F8FC"/>
                </a:solidFill>
                <a:latin typeface="Arial"/>
                <a:ea typeface="Arial"/>
                <a:cs typeface="Arial"/>
              </a:defRPr>
            </a:pPr>
            <a:r>
              <a:rPr sz="2700" b="0">
                <a:solidFill>
                  <a:srgbClr val="F7F8FC"/>
                </a:solidFill>
                <a:latin typeface="Arial"/>
                <a:ea typeface="Arial"/>
                <a:cs typeface="Arial"/>
              </a:rPr>
              <a:t>הוראות צום?</a:t>
            </a:r>
          </a:p>
        </ns0:txBody>
      </ns0:sp>
      <ns0:sp>
        <ns0:nvSpPr>
          <ns0:cNvPr id="3" name="editable-P11">
            <a:extLst>
              <a:ext uri="{FF2B5EF4-FFF2-40B4-BE49-F238E27FC236}">
                <ns2:creationId id="{6ED3BD4F-7075-46DD-92E1-D05B2C8006B3}"/>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B9C3CE"/>
                </a:solidFill>
                <a:latin typeface="Arial"/>
                <a:ea typeface="Arial"/>
                <a:cs typeface="Arial"/>
              </a:defRPr>
            </a:defPPr>
          </a:lstStyle>
          <a:p>
            <a:pPr algn="l">
              <a:defRPr sz="1575" b="0">
                <a:solidFill>
                  <a:srgbClr val="B9C3CE"/>
                </a:solidFill>
                <a:latin typeface="Arial"/>
                <a:ea typeface="Arial"/>
                <a:cs typeface="Arial"/>
              </a:defRPr>
            </a:pPr>
            <a:r>
              <a:rPr sz="1575" b="0">
                <a:solidFill>
                  <a:srgbClr val="B9C3CE"/>
                </a:solidFill>
                <a:latin typeface="Arial"/>
                <a:ea typeface="Arial"/>
                <a:cs typeface="Arial"/>
              </a:rPr>
              <a:t>P11</a:t>
            </a:r>
          </a:p>
        </ns0:txBody>
      </ns0:sp>
      <ns0:sp>
        <ns0:nvSpPr>
          <ns0:cNvPr id="4" name="editable-36">
            <a:extLst>
              <a:ext uri="{FF2B5EF4-FFF2-40B4-BE49-F238E27FC236}">
                <ns2:creationId id="{69798A94-6E93-4080-AD40-7D41D83F5778}"/>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36</a:t>
            </a:r>
          </a:p>
        </ns0:txBody>
      </ns0:sp>
    </ns0:spTree>
    <ns0:extLst>
      <ns0:ext uri="{BB962C8B-B14F-4D97-AF65-F5344CB8AC3E}">
        <ns3:creationId val="557334923"/>
      </ns0:ext>
    </ns0:extLst>
  </ns0:cSld>
</ns0:sld>
</file>

<file path=ppt/slides/slide37.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8" name="editable-9">
            <a:extLst>
              <a:ext uri="{FF2B5EF4-FFF2-40B4-BE49-F238E27FC236}">
                <ns2:creationId id="{47EFF02C-3889-42A4-9021-CCE2EDC636EB}"/>
              </a:ext>
            </a:extLst>
          </ns0:cNvPr>
          <ns0:cNvSpPr>
            <a:spLocks noGrp="1"/>
          </ns0:cNvSpPr>
          <ns0:nvPr/>
        </ns0:nvSpPr>
        <ns0:spPr>
          <a:xfrm>
            <a:off x="666750" y="1666875"/>
            <a:ext cx="2667000" cy="2047875"/>
          </a:xfrm>
          <a:prstGeom prst="rect">
            <a:avLst/>
          </a:prstGeom>
          <a:noFill/>
          <a:ln w="0">
            <a:noFill/>
          </a:ln>
        </ns0:spPr>
        <ns0: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ns0:txBody>
      </ns0:sp>
      <ns0:sp>
        <ns0:nvSpPr>
          <ns0:cNvPr id="2" name="editable-דקות">
            <a:extLst>
              <a:ext uri="{FF2B5EF4-FFF2-40B4-BE49-F238E27FC236}">
                <ns2:creationId id="{9F525D94-9B72-4E67-8F55-C72E4229E536}"/>
              </a:ext>
            </a:extLst>
          </ns0:cNvPr>
          <ns0:cNvSpPr>
            <a:spLocks noGrp="1"/>
          </ns0:cNvSpPr>
          <ns0:nvPr/>
        </ns0:nvSpPr>
        <ns0:spPr>
          <a:xfrm>
            <a:off x="952500" y="3714750"/>
            <a:ext cx="2095500" cy="619125"/>
          </a:xfrm>
          <a:prstGeom prst="rect">
            <a:avLst/>
          </a:prstGeom>
          <a:noFill/>
          <a:ln w="0">
            <a:noFill/>
          </a:ln>
        </ns0:spPr>
        <ns0: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ns0:txBody>
      </ns0:sp>
      <ns0:sp>
        <ns0:nvSpPr>
          <ns0:cNvPr id="3" name="editable-תרגיל 3&#10;סתירה, ציטוט וחסר">
            <a:extLst>
              <a:ext uri="{FF2B5EF4-FFF2-40B4-BE49-F238E27FC236}">
                <ns2:creationId id="{E442C696-8455-4E42-84E6-CE777D3C58F9}"/>
              </a:ext>
            </a:extLst>
          </ns0:cNvPr>
          <ns0:cNvSpPr>
            <a:spLocks noGrp="1"/>
          </ns0:cNvSpPr>
          <ns0:nvPr/>
        </ns0:nvSpPr>
        <ns0:spPr>
          <a:xfrm>
            <a:off x="4191000" y="1000125"/>
            <a:ext cx="7048500" cy="1809750"/>
          </a:xfrm>
          <a:prstGeom prst="rect">
            <a:avLst/>
          </a:prstGeom>
          <a:noFill/>
          <a:ln w="0">
            <a:noFill/>
          </a:ln>
        </ns0:spPr>
        <ns0: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ns0:txBody>
      </ns0:sp>
      <ns0:sp>
        <ns0:nvSpPr>
          <ns0:cNvPr id="4" name="editable-העלו את א וב&#10;שאלו שתי שאלות&#10;פתחו צי">
            <a:extLst>
              <a:ext uri="{FF2B5EF4-FFF2-40B4-BE49-F238E27FC236}">
                <ns2:creationId id="{46E9693A-E49F-4682-9645-2EE44BB02175}"/>
              </a:ext>
            </a:extLst>
          </ns0:cNvPr>
          <ns0:cNvSpPr>
            <a:spLocks noGrp="1"/>
          </ns0:cNvSpPr>
          <ns0:nvPr/>
        </ns0:nvSpPr>
        <ns0:spPr>
          <a:xfrm>
            <a:off x="4191000" y="3286125"/>
            <a:ext cx="7048500" cy="2000250"/>
          </a:xfrm>
          <a:prstGeom prst="rect">
            <a:avLst/>
          </a:prstGeom>
          <a:noFill/>
          <a:ln w="0">
            <a:noFill/>
          </a:ln>
        </ns0:spPr>
        <ns0: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העלו את א וב</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שאלו שתי שאלות</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פתחו ציטוט אחד</a:t>
            </a:r>
          </a:p>
        </ns0:txBody>
      </ns0:sp>
      <ns0:sp>
        <ns0:nvSpPr>
          <ns0:cNvPr id="5" name="editable-הפרומפט המלא בדף התרגול">
            <a:extLst>
              <a:ext uri="{FF2B5EF4-FFF2-40B4-BE49-F238E27FC236}">
                <ns2:creationId id="{6DCC5B19-D0BB-41FA-9367-293BFA4365BB}"/>
              </a:ext>
            </a:extLst>
          </ns0:cNvPr>
          <ns0:cNvSpPr>
            <a:spLocks noGrp="1"/>
          </ns0:cNvSpPr>
          <ns0:nvPr/>
        </ns0:nvSpPr>
        <ns0:spPr>
          <a:xfrm>
            <a:off x="4191000" y="5791200"/>
            <a:ext cx="7048500" cy="4191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ns0:txBody>
      </ns0:sp>
      <ns0:sp>
        <ns0:nvSpPr>
          <ns0:cNvPr id="6" name="editable-P10 / P11 / P12">
            <a:extLst>
              <a:ext uri="{FF2B5EF4-FFF2-40B4-BE49-F238E27FC236}">
                <ns2:creationId id="{4EA1394E-C692-4AE1-A71E-B1F2C6D7B2CF}"/>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ns0:txBody>
      </ns0:sp>
      <ns0:sp>
        <ns0:nvSpPr>
          <ns0:cNvPr id="7" name="editable-37">
            <a:extLst>
              <a:ext uri="{FF2B5EF4-FFF2-40B4-BE49-F238E27FC236}">
                <ns2:creationId id="{C0060E5D-57ED-422A-8B69-F728D2E95A92}"/>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ns0:txBody>
      </ns0:sp>
    </ns0:spTree>
    <ns0:extLst>
      <ns0:ext uri="{BB962C8B-B14F-4D97-AF65-F5344CB8AC3E}">
        <ns3:creationId val="322527719"/>
      </ns0:ext>
    </ns0:extLst>
  </ns0:cSld>
</ns0:sld>
</file>

<file path=ppt/slides/slide38.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6" name="editable-התשובה והמסמך">
            <a:extLst>
              <a:ext uri="{FF2B5EF4-FFF2-40B4-BE49-F238E27FC236}">
                <ns2:creationId id="{98B4C298-E9E2-4BA1-BBE4-9D91FC8A7EC6}"/>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התשובה והמסמך</a:t>
            </a:r>
          </a:p>
        </ns0:txBody>
      </ns0:sp>
      <ns0:sp>
        <ns0:nvSpPr>
          <ns0:cNvPr id="2" name="editable-ציטוט מדויק">
            <a:extLst>
              <a:ext uri="{FF2B5EF4-FFF2-40B4-BE49-F238E27FC236}">
                <ns2:creationId id="{E0F6363B-7A4A-4047-8DA6-526B548AC831}"/>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ציטוט מדויק</a:t>
            </a:r>
          </a:p>
        </ns0:txBody>
      </ns0:sp>
      <ns0:sp>
        <ns0:nvSpPr>
          <ns0:cNvPr id="3" name="editable-גרסה מתאימה">
            <a:extLst>
              <a:ext uri="{FF2B5EF4-FFF2-40B4-BE49-F238E27FC236}">
                <ns2:creationId id="{34F75ABB-DEEE-404A-A3DE-EF7A454FCAFA}"/>
              </a:ext>
            </a:extLst>
          </ns0:cNvPr>
          <ns0:cNvSpPr>
            <a:spLocks noGrp="1"/>
          </ns0:cNvSpPr>
          <ns0:nvPr/>
        </ns0:nvSpPr>
        <ns0:spPr>
          <a:xfrm>
            <a:off x="1143000" y="31718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גרסה מתאימה</a:t>
            </a:r>
          </a:p>
        </ns0:txBody>
      </ns0:sp>
      <ns0:sp>
        <ns0:nvSpPr>
          <ns0:cNvPr id="4" name="editable-חסר שמסומן">
            <a:extLst>
              <a:ext uri="{FF2B5EF4-FFF2-40B4-BE49-F238E27FC236}">
                <ns2:creationId id="{9B70B934-DE9A-45DC-BFDF-FC1167D15894}"/>
              </a:ext>
            </a:extLst>
          </ns0:cNvPr>
          <ns0:cNvSpPr>
            <a:spLocks noGrp="1"/>
          </ns0:cNvSpPr>
          <ns0:nvPr/>
        </ns0:nvSpPr>
        <ns0:spPr>
          <a:xfrm>
            <a:off x="1143000" y="420052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חסר שמסומן</a:t>
            </a:r>
          </a:p>
        </ns0:txBody>
      </ns0:sp>
      <ns0:sp>
        <ns0:nvSpPr>
          <ns0:cNvPr id="5" name="editable-38">
            <a:extLst>
              <a:ext uri="{FF2B5EF4-FFF2-40B4-BE49-F238E27FC236}">
                <ns2:creationId id="{2AE6C65C-7151-4BCD-A7E6-0123EB9CD96F}"/>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38</a:t>
            </a:r>
          </a:p>
        </ns0:txBody>
      </ns0:sp>
    </ns0:spTree>
    <ns0:extLst>
      <ns0:ext uri="{BB962C8B-B14F-4D97-AF65-F5344CB8AC3E}">
        <ns3:creationId val="613001516"/>
      </ns0:ext>
    </ns0:extLst>
  </ns0:cSld>
</ns0:sld>
</file>

<file path=ppt/slides/slide39.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gradFill>
          <a:gsLst>
            <a:gs pos="0">
              <a:srgbClr val="18243D"/>
            </a:gs>
            <a:gs pos="100000">
              <a:srgbClr val="292940"/>
            </a:gs>
          </a:gsLst>
          <a:lin ang="8400000"/>
        </a:gradFill>
      </ns0:bgPr>
    </ns0:bg>
    <ns0:spTree>
      <ns0:nvGrpSpPr>
        <ns0:cNvPr id="1" name=""/>
        <ns0:cNvGrpSpPr/>
        <ns0:nvPr/>
      </ns0:nvGrpSpPr>
      <ns0:grpSpPr>
        <a:xfrm/>
      </ns0:grpSpPr>
      <ns0:sp>
        <ns0:nvSpPr>
          <ns0:cNvPr id="4" name="editable-סוכן AI">
            <a:extLst>
              <a:ext uri="{FF2B5EF4-FFF2-40B4-BE49-F238E27FC236}">
                <ns2:creationId id="{2A620D73-8EB8-4B5D-815C-470031ED649D}"/>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סוכן AI</a:t>
            </a:r>
          </a:p>
        </ns0:txBody>
      </ns0:sp>
      <ns0:sp>
        <ns0:nvSpPr>
          <ns0:cNvPr id="2" name="editable-מטרה אחת&#10;כמה צעדי עבודה">
            <a:extLst>
              <a:ext uri="{FF2B5EF4-FFF2-40B4-BE49-F238E27FC236}">
                <ns2:creationId id="{F50F0A67-86D4-4BB3-AF00-F0AC1D735A96}"/>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מטרה אחת</a:t>
            </a:r>
          </a:p>
          <a:p>
            <a:pPr algn="ctr" rtl="1">
              <a:defRPr sz="2700" b="0">
                <a:solidFill>
                  <a:srgbClr val="F7F8FC"/>
                </a:solidFill>
                <a:latin typeface="Arial"/>
                <a:ea typeface="Arial"/>
                <a:cs typeface="Arial"/>
              </a:defRPr>
            </a:pPr>
            <a:r>
              <a:rPr sz="2700" b="0">
                <a:solidFill>
                  <a:srgbClr val="F7F8FC"/>
                </a:solidFill>
                <a:latin typeface="Arial"/>
                <a:ea typeface="Arial"/>
                <a:cs typeface="Arial"/>
              </a:rPr>
              <a:t>כמה צעדי עבודה</a:t>
            </a:r>
          </a:p>
        </ns0:txBody>
      </ns0:sp>
      <ns0:sp>
        <ns0:nvSpPr>
          <ns0:cNvPr id="3" name="editable-39">
            <a:extLst>
              <a:ext uri="{FF2B5EF4-FFF2-40B4-BE49-F238E27FC236}">
                <ns2:creationId id="{2E7C39A6-1539-4AA0-80E0-056629C2E659}"/>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39</a:t>
            </a:r>
          </a:p>
        </ns0:txBody>
      </ns0:sp>
    </ns0:spTree>
    <ns0:extLst>
      <ns0:ext uri="{BB962C8B-B14F-4D97-AF65-F5344CB8AC3E}">
        <ns3:creationId val="239363443"/>
      </ns0:ext>
    </ns0:extLst>
  </ns0:cSld>
</ns0:sld>
</file>

<file path=ppt/slides/slide40.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8FC"/>
        </a:solidFill>
      </ns0:bgPr>
    </ns0:bg>
    <ns0:spTree>
      <ns0:nvGrpSpPr>
        <ns0:cNvPr id="1" name=""/>
        <ns0:cNvGrpSpPr/>
        <ns0:nvPr/>
      </ns0:nvGrpSpPr>
      <ns0:grpSpPr>
        <a:xfrm/>
      </ns0:grpSpPr>
      <ns0:sp>
        <ns0:nvSpPr>
          <ns0:cNvPr id="7" name="editable-Manus">
            <a:extLst>
              <a:ext uri="{FF2B5EF4-FFF2-40B4-BE49-F238E27FC236}">
                <ns2:creationId id="{F447B895-669C-4E61-B68D-21EB428DF575}"/>
              </a:ext>
            </a:extLst>
          </ns0:cNvPr>
          <ns0:cNvSpPr>
            <a:spLocks noGrp="1"/>
          </ns0:cNvSpPr>
          <ns0:nvPr/>
        </ns0:nvSpPr>
        <ns0:spPr>
          <a:xfrm>
            <a:off x="6286500" y="952500"/>
            <a:ext cx="5048250" cy="114300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a:defRPr sz="4350" b="1">
                <a:solidFill>
                  <a:srgbClr val="191B2B"/>
                </a:solidFill>
                <a:latin typeface="Arial"/>
                <a:ea typeface="Arial"/>
                <a:cs typeface="Arial"/>
              </a:defRPr>
            </a:pPr>
            <a:r>
              <a:rPr sz="4350" b="1">
                <a:solidFill>
                  <a:srgbClr val="191B2B"/>
                </a:solidFill>
                <a:latin typeface="Arial"/>
                <a:ea typeface="Arial"/>
                <a:cs typeface="Arial"/>
              </a:rPr>
              <a:t>Manus</a:t>
            </a:r>
          </a:p>
        </ns0:txBody>
      </ns0:sp>
      <ns0:sp>
        <ns0:nvSpPr>
          <ns0:cNvPr id="2" name="editable-משימת היערכות ליום הדרכה">
            <a:extLst>
              <a:ext uri="{FF2B5EF4-FFF2-40B4-BE49-F238E27FC236}">
                <ns2:creationId id="{FF20CF1B-92C9-4B0D-9B02-86C475235084}"/>
              </a:ext>
            </a:extLst>
          </ns0:cNvPr>
          <ns0:cNvSpPr>
            <a:spLocks noGrp="1"/>
          </ns0:cNvSpPr>
          <ns0:nvPr/>
        </ns0:nvSpPr>
        <ns0:spPr>
          <a:xfrm>
            <a:off x="6286500" y="2628900"/>
            <a:ext cx="5048250" cy="1714500"/>
          </a:xfrm>
          <a:prstGeom prst="rect">
            <a:avLst/>
          </a:prstGeom>
          <a:noFill/>
          <a:ln w="0">
            <a:noFill/>
          </a:ln>
        </ns0:spPr>
        <ns0: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ns0:txBody>
      </ns0:sp>
      <ns0:pic>
        <ns0:nvPicPr>
          <ns0:cNvPr id="3" name="">
            <a:extLst>
              <a:ext uri="{FF2B5EF4-FFF2-40B4-BE49-F238E27FC236}">
                <ns2:creationId id="{DC77B81C-ADE5-46C8-A8D9-3D539D330E69}"/>
              </a:ext>
            </a:extLst>
          </ns0:cNvPr>
          <ns0:cNvPicPr>
            <a:picLocks noChangeAspect="1"/>
          </ns0:cNvPicPr>
          <ns0:nvPr/>
        </ns0:nvPicPr>
        <ns0:blipFill>
          <a:blip ns3:embed="Rdd82c21db8e84e25"/>
          <a:stretch/>
        </ns0:blipFill>
        <ns0:spPr>
          <a:xfrm>
            <a:off x="857250" y="2397125"/>
            <a:ext cx="4524375" cy="1206500"/>
          </a:xfrm>
          <a:prstGeom prst="rect">
            <a:avLst/>
          </a:prstGeom>
        </ns0:spPr>
      </ns0:pic>
      <ns0:sp>
        <ns0:nvSpPr>
          <ns0:cNvPr id="4" name="editable-פתיחת Manus">
            <a:extLst>
              <a:ext uri="{FF2B5EF4-FFF2-40B4-BE49-F238E27FC236}">
                <ns2:creationId id="{049904C1-F948-4E8A-AECD-C01ACCDC29A6}"/>
              </a:ext>
            </a:extLst>
          </ns0:cNvPr>
          <ns0:cNvSpPr>
            <a:spLocks noGrp="1"/>
          </ns0:cNvSpPr>
          <ns0:nvPr/>
        </ns0:nvSpPr>
        <ns0:spPr>
          <a:xfrm>
            <a:off x="6572250" y="5238750"/>
            <a:ext cx="4762500" cy="476250"/>
          </a:xfrm>
          <a:prstGeom prst="rect">
            <a:avLst/>
          </a:prstGeom>
          <a:noFill/>
          <a:ln w="0">
            <a:noFill/>
          </a:ln>
        </ns0:spPr>
        <ns0: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ns3:id="R95f6a96cda384a82"/>
              </a:rPr>
              <a:t>פתיחת Manus</a:t>
            </a:r>
          </a:p>
        </ns0:txBody>
      </ns0:sp>
      <ns0:sp>
        <ns0:nvSpPr>
          <ns0:cNvPr id="5" name="editable-P13">
            <a:extLst>
              <a:ext uri="{FF2B5EF4-FFF2-40B4-BE49-F238E27FC236}">
                <ns2:creationId id="{2FB6FACD-F96B-4868-B6DA-A2BD3CE34F70}"/>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ns0:txBody>
      </ns0:sp>
      <ns0:sp>
        <ns0:nvSpPr>
          <ns0:cNvPr id="6" name="editable-40">
            <a:extLst>
              <a:ext uri="{FF2B5EF4-FFF2-40B4-BE49-F238E27FC236}">
                <ns2:creationId id="{FBBFC31F-57EC-4B1B-966C-0D138028CE56}"/>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40</a:t>
            </a:r>
          </a:p>
        </ns0:txBody>
      </ns0:sp>
    </ns0:spTree>
    <ns0:extLst>
      <ns0:ext uri="{BB962C8B-B14F-4D97-AF65-F5344CB8AC3E}">
        <ns4:creationId val="100253022"/>
      </ns0:ext>
    </ns0:extLst>
  </ns0:cSld>
</ns0:sld>
</file>

<file path=ppt/slides/slide41.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gradFill>
          <a:gsLst>
            <a:gs pos="0">
              <a:srgbClr val="332746"/>
            </a:gs>
            <a:gs pos="100000">
              <a:srgbClr val="24253F"/>
            </a:gs>
          </a:gsLst>
          <a:lin ang="8400000"/>
        </a:gradFill>
      </ns0:bgPr>
    </ns0:bg>
    <ns0:spTree>
      <ns0:nvGrpSpPr>
        <ns0:cNvPr id="1" name=""/>
        <ns0:cNvGrpSpPr/>
        <ns0:nvPr/>
      </ns0:nvGrpSpPr>
      <ns0:grpSpPr>
        <a:xfrm/>
      </ns0:grpSpPr>
      <ns0:sp>
        <ns0:nvSpPr>
          <ns0:cNvPr id="4" name="editable-אישור אדם">
            <a:extLst>
              <a:ext uri="{FF2B5EF4-FFF2-40B4-BE49-F238E27FC236}">
                <ns2:creationId id="{FA7B1108-D1EB-4D27-906E-205D5C957B87}"/>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ns0:txBody>
      </ns0:sp>
      <ns0:sp>
        <ns0:nvSpPr>
          <ns0:cNvPr id="2" name="editable-הרשימה מוכנה&#10;השליחה מחכה">
            <a:extLst>
              <a:ext uri="{FF2B5EF4-FFF2-40B4-BE49-F238E27FC236}">
                <ns2:creationId id="{25AD604D-8C9A-4335-B2AE-F0C0952DAA9E}"/>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F7F8FC"/>
                </a:solidFill>
                <a:latin typeface="Arial"/>
                <a:ea typeface="Arial"/>
                <a:cs typeface="Arial"/>
              </a:defRPr>
            </a:defPPr>
          </a:lstStyle>
          <a:p>
            <a:pPr algn="ctr" rtl="1">
              <a:defRPr sz="2700" b="0">
                <a:solidFill>
                  <a:srgbClr val="F7F8FC"/>
                </a:solidFill>
                <a:latin typeface="Arial"/>
                <a:ea typeface="Arial"/>
                <a:cs typeface="Arial"/>
              </a:defRPr>
            </a:pPr>
            <a:r>
              <a:rPr sz="2700" b="0">
                <a:solidFill>
                  <a:srgbClr val="F7F8FC"/>
                </a:solidFill>
                <a:latin typeface="Arial"/>
                <a:ea typeface="Arial"/>
                <a:cs typeface="Arial"/>
              </a:rPr>
              <a:t>הרשימה מוכנה</a:t>
            </a:r>
          </a:p>
          <a:p>
            <a:pPr algn="ctr" rtl="1">
              <a:defRPr sz="2700" b="0">
                <a:solidFill>
                  <a:srgbClr val="F7F8FC"/>
                </a:solidFill>
                <a:latin typeface="Arial"/>
                <a:ea typeface="Arial"/>
                <a:cs typeface="Arial"/>
              </a:defRPr>
            </a:pPr>
            <a:r>
              <a:rPr sz="2700" b="0">
                <a:solidFill>
                  <a:srgbClr val="F7F8FC"/>
                </a:solidFill>
                <a:latin typeface="Arial"/>
                <a:ea typeface="Arial"/>
                <a:cs typeface="Arial"/>
              </a:rPr>
              <a:t>השליחה מחכה</a:t>
            </a:r>
          </a:p>
        </ns0:txBody>
      </ns0:sp>
      <ns0:sp>
        <ns0:nvSpPr>
          <ns0:cNvPr id="3" name="editable-41">
            <a:extLst>
              <a:ext uri="{FF2B5EF4-FFF2-40B4-BE49-F238E27FC236}">
                <ns2:creationId id="{92A004F3-292C-446A-BB8D-8E11957CFCF5}"/>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41</a:t>
            </a:r>
          </a:p>
        </ns0:txBody>
      </ns0:sp>
    </ns0:spTree>
    <ns0:extLst>
      <ns0:ext uri="{BB962C8B-B14F-4D97-AF65-F5344CB8AC3E}">
        <ns3:creationId val="1672873167"/>
      </ns0:ext>
    </ns0:extLst>
  </ns0:cSld>
</ns0:sld>
</file>

<file path=ppt/slides/slide42.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8" name="editable-6">
            <a:extLst>
              <a:ext uri="{FF2B5EF4-FFF2-40B4-BE49-F238E27FC236}">
                <ns2:creationId id="{AD7D248B-81CA-4D67-AC0C-D846694CD056}"/>
              </a:ext>
            </a:extLst>
          </ns0:cNvPr>
          <ns0:cNvSpPr>
            <a:spLocks noGrp="1"/>
          </ns0:cNvSpPr>
          <ns0:nvPr/>
        </ns0:nvSpPr>
        <ns0:spPr>
          <a:xfrm>
            <a:off x="666750" y="1666875"/>
            <a:ext cx="2667000" cy="2047875"/>
          </a:xfrm>
          <a:prstGeom prst="rect">
            <a:avLst/>
          </a:prstGeom>
          <a:noFill/>
          <a:ln w="0">
            <a:noFill/>
          </a:ln>
        </ns0:spPr>
        <ns0: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ns0:txBody>
      </ns0:sp>
      <ns0:sp>
        <ns0:nvSpPr>
          <ns0:cNvPr id="2" name="editable-דקות">
            <a:extLst>
              <a:ext uri="{FF2B5EF4-FFF2-40B4-BE49-F238E27FC236}">
                <ns2:creationId id="{2DB27985-2F52-4663-B466-F4DB0263C8BE}"/>
              </a:ext>
            </a:extLst>
          </ns0:cNvPr>
          <ns0:cNvSpPr>
            <a:spLocks noGrp="1"/>
          </ns0:cNvSpPr>
          <ns0:nvPr/>
        </ns0:nvSpPr>
        <ns0:spPr>
          <a:xfrm>
            <a:off x="952500" y="3714750"/>
            <a:ext cx="2095500" cy="619125"/>
          </a:xfrm>
          <a:prstGeom prst="rect">
            <a:avLst/>
          </a:prstGeom>
          <a:noFill/>
          <a:ln w="0">
            <a:noFill/>
          </a:ln>
        </ns0:spPr>
        <ns0: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ns0:txBody>
      </ns0:sp>
      <ns0:sp>
        <ns0:nvSpPr>
          <ns0:cNvPr id="3" name="editable-תרגיל 4&#10;חבילת היערכות קטנה">
            <a:extLst>
              <a:ext uri="{FF2B5EF4-FFF2-40B4-BE49-F238E27FC236}">
                <ns2:creationId id="{D6B070A3-5BD5-4DC9-9304-01CB4FB7A06A}"/>
              </a:ext>
            </a:extLst>
          </ns0:cNvPr>
          <ns0:cNvSpPr>
            <a:spLocks noGrp="1"/>
          </ns0:cNvSpPr>
          <ns0:nvPr/>
        </ns0:nvSpPr>
        <ns0:spPr>
          <a:xfrm>
            <a:off x="4191000" y="1000125"/>
            <a:ext cx="7048500" cy="1809750"/>
          </a:xfrm>
          <a:prstGeom prst="rect">
            <a:avLst/>
          </a:prstGeom>
          <a:noFill/>
          <a:ln w="0">
            <a:noFill/>
          </a:ln>
        </ns0:spPr>
        <ns0: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ns0:txBody>
      </ns0:sp>
      <ns0:sp>
        <ns0:nvSpPr>
          <ns0:cNvPr id="4" name="editable-רשימת בדיקות&#10;אחריות&#10;טיוטת הודעה">
            <a:extLst>
              <a:ext uri="{FF2B5EF4-FFF2-40B4-BE49-F238E27FC236}">
                <ns2:creationId id="{2A15D781-C378-428B-9D20-27BAAC6140B5}"/>
              </a:ext>
            </a:extLst>
          </ns0:cNvPr>
          <ns0:cNvSpPr>
            <a:spLocks noGrp="1"/>
          </ns0:cNvSpPr>
          <ns0:nvPr/>
        </ns0:nvSpPr>
        <ns0:spPr>
          <a:xfrm>
            <a:off x="4191000" y="3286125"/>
            <a:ext cx="7048500" cy="2000250"/>
          </a:xfrm>
          <a:prstGeom prst="rect">
            <a:avLst/>
          </a:prstGeom>
          <a:noFill/>
          <a:ln w="0">
            <a:noFill/>
          </a:ln>
        </ns0:spPr>
        <ns0: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רשימת בדיקות</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אחריות</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טיוטת הודעה</a:t>
            </a:r>
          </a:p>
        </ns0:txBody>
      </ns0:sp>
      <ns0:sp>
        <ns0:nvSpPr>
          <ns0:cNvPr id="5" name="editable-הפרומפט המלא בדף התרגול">
            <a:extLst>
              <a:ext uri="{FF2B5EF4-FFF2-40B4-BE49-F238E27FC236}">
                <ns2:creationId id="{3620B63C-0CC9-42AB-81E8-F79DD81BDFBD}"/>
              </a:ext>
            </a:extLst>
          </ns0:cNvPr>
          <ns0:cNvSpPr>
            <a:spLocks noGrp="1"/>
          </ns0:cNvSpPr>
          <ns0:nvPr/>
        </ns0:nvSpPr>
        <ns0:spPr>
          <a:xfrm>
            <a:off x="4191000" y="5791200"/>
            <a:ext cx="7048500" cy="4191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ns0:txBody>
      </ns0:sp>
      <ns0:sp>
        <ns0:nvSpPr>
          <ns0:cNvPr id="6" name="editable-P13">
            <a:extLst>
              <a:ext uri="{FF2B5EF4-FFF2-40B4-BE49-F238E27FC236}">
                <ns2:creationId id="{C6046E28-8C31-432E-B819-DA519BD64F72}"/>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ns0:txBody>
      </ns0:sp>
      <ns0:sp>
        <ns0:nvSpPr>
          <ns0:cNvPr id="7" name="editable-42">
            <a:extLst>
              <a:ext uri="{FF2B5EF4-FFF2-40B4-BE49-F238E27FC236}">
                <ns2:creationId id="{EBF1935F-E9DB-45F6-82E6-608AFB03BE2B}"/>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42</a:t>
            </a:r>
          </a:p>
        </ns0:txBody>
      </ns0:sp>
    </ns0:spTree>
    <ns0:extLst>
      <ns0:ext uri="{BB962C8B-B14F-4D97-AF65-F5344CB8AC3E}">
        <ns3:creationId val="2061802296"/>
      </ns0:ext>
    </ns0:extLst>
  </ns0:cSld>
</ns0:sld>
</file>

<file path=ppt/slides/slide43.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8" name="editable-13">
            <a:extLst>
              <a:ext uri="{FF2B5EF4-FFF2-40B4-BE49-F238E27FC236}">
                <ns2:creationId id="{0C78462D-3152-4146-B0DD-D4B39C2FCCE6}"/>
              </a:ext>
            </a:extLst>
          </ns0:cNvPr>
          <ns0:cNvSpPr>
            <a:spLocks noGrp="1"/>
          </ns0:cNvSpPr>
          <ns0:nvPr/>
        </ns0:nvSpPr>
        <ns0:spPr>
          <a:xfrm>
            <a:off x="666750" y="1666875"/>
            <a:ext cx="2667000" cy="2047875"/>
          </a:xfrm>
          <a:prstGeom prst="rect">
            <a:avLst/>
          </a:prstGeom>
          <a:noFill/>
          <a:ln w="0">
            <a:noFill/>
          </a:ln>
        </ns0:spPr>
        <ns0: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13</a:t>
            </a:r>
          </a:p>
        </ns0:txBody>
      </ns0:sp>
      <ns0:sp>
        <ns0:nvSpPr>
          <ns0:cNvPr id="2" name="editable-דקות">
            <a:extLst>
              <a:ext uri="{FF2B5EF4-FFF2-40B4-BE49-F238E27FC236}">
                <ns2:creationId id="{936C2300-6A44-4144-91B9-AC7DEFD151D8}"/>
              </a:ext>
            </a:extLst>
          </ns0:cNvPr>
          <ns0:cNvSpPr>
            <a:spLocks noGrp="1"/>
          </ns0:cNvSpPr>
          <ns0:nvPr/>
        </ns0:nvSpPr>
        <ns0:spPr>
          <a:xfrm>
            <a:off x="952500" y="3714750"/>
            <a:ext cx="2095500" cy="619125"/>
          </a:xfrm>
          <a:prstGeom prst="rect">
            <a:avLst/>
          </a:prstGeom>
          <a:noFill/>
          <a:ln w="0">
            <a:noFill/>
          </a:ln>
        </ns0:spPr>
        <ns0: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ns0:txBody>
      </ns0:sp>
      <ns0:sp>
        <ns0:nvSpPr>
          <ns0:cNvPr id="3" name="editable-תרגיל מסכם&#10;הודעה מעודכנת">
            <a:extLst>
              <a:ext uri="{FF2B5EF4-FFF2-40B4-BE49-F238E27FC236}">
                <ns2:creationId id="{CAA92808-6617-4268-BE3C-0EF30EBAFA81}"/>
              </a:ext>
            </a:extLst>
          </ns0:cNvPr>
          <ns0:cNvSpPr>
            <a:spLocks noGrp="1"/>
          </ns0:cNvSpPr>
          <ns0:nvPr/>
        </ns0:nvSpPr>
        <ns0:spPr>
          <a:xfrm>
            <a:off x="4191000" y="1000125"/>
            <a:ext cx="7048500" cy="1809750"/>
          </a:xfrm>
          <a:prstGeom prst="rect">
            <a:avLst/>
          </a:prstGeom>
          <a:noFill/>
          <a:ln w="0">
            <a:noFill/>
          </a:ln>
        </ns0:spPr>
        <ns0: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מסכם</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הודעה מעודכנת</a:t>
            </a:r>
          </a:p>
        </ns0:txBody>
      </ns0:sp>
      <ns0:sp>
        <ns0:nvSpPr>
          <ns0:cNvPr id="4" name="editable-מקור א וב&#10;טיוטה&#10;בדיקת עמית">
            <a:extLst>
              <a:ext uri="{FF2B5EF4-FFF2-40B4-BE49-F238E27FC236}">
                <ns2:creationId id="{643F392A-7EE0-43C4-A05C-E949EBAB0AE8}"/>
              </a:ext>
            </a:extLst>
          </ns0:cNvPr>
          <ns0:cNvSpPr>
            <a:spLocks noGrp="1"/>
          </ns0:cNvSpPr>
          <ns0:nvPr/>
        </ns0:nvSpPr>
        <ns0:spPr>
          <a:xfrm>
            <a:off x="4191000" y="3286125"/>
            <a:ext cx="7048500" cy="2000250"/>
          </a:xfrm>
          <a:prstGeom prst="rect">
            <a:avLst/>
          </a:prstGeom>
          <a:noFill/>
          <a:ln w="0">
            <a:noFill/>
          </a:ln>
        </ns0:spPr>
        <ns0:txBody>
          <a:bodyPr lIns="0" tIns="0" rIns="0" bIns="0" anchor="ctr">
            <a:noAutofit/>
          </a:bodyPr>
          <a:lstStyle>
            <a:defPPr algn="r">
              <a:defRPr sz="2625" b="0">
                <a:solidFill>
                  <a:srgbClr val="7A59BC"/>
                </a:solidFill>
                <a:latin typeface="Arial"/>
                <a:ea typeface="Arial"/>
                <a:cs typeface="Arial"/>
              </a:defRPr>
            </a:defPPr>
          </a:lstStyle>
          <a:p>
            <a:pPr algn="r" rtl="1">
              <a:defRPr sz="2625" b="0">
                <a:solidFill>
                  <a:srgbClr val="7A59BC"/>
                </a:solidFill>
                <a:latin typeface="Arial"/>
                <a:ea typeface="Arial"/>
                <a:cs typeface="Arial"/>
              </a:defRPr>
            </a:pPr>
            <a:r>
              <a:rPr sz="2625" b="0">
                <a:solidFill>
                  <a:srgbClr val="7A59BC"/>
                </a:solidFill>
                <a:latin typeface="Arial"/>
                <a:ea typeface="Arial"/>
                <a:cs typeface="Arial"/>
              </a:rPr>
              <a:t>מקור א וב</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טיוטה</a:t>
            </a:r>
          </a:p>
          <a:p>
            <a:pPr algn="r" rtl="1">
              <a:defRPr sz="2625" b="0">
                <a:solidFill>
                  <a:srgbClr val="7A59BC"/>
                </a:solidFill>
                <a:latin typeface="Arial"/>
                <a:ea typeface="Arial"/>
                <a:cs typeface="Arial"/>
              </a:defRPr>
            </a:pPr>
            <a:r>
              <a:rPr sz="2625" b="0">
                <a:solidFill>
                  <a:srgbClr val="7A59BC"/>
                </a:solidFill>
                <a:latin typeface="Arial"/>
                <a:ea typeface="Arial"/>
                <a:cs typeface="Arial"/>
              </a:rPr>
              <a:t>בדיקת עמית</a:t>
            </a:r>
          </a:p>
        </ns0:txBody>
      </ns0:sp>
      <ns0:sp>
        <ns0:nvSpPr>
          <ns0:cNvPr id="5" name="editable-הפרומפט המלא בדף התרגול">
            <a:extLst>
              <a:ext uri="{FF2B5EF4-FFF2-40B4-BE49-F238E27FC236}">
                <ns2:creationId id="{96C30FB0-8A6C-467A-A359-B3A77C5E8A99}"/>
              </a:ext>
            </a:extLst>
          </ns0:cNvPr>
          <ns0:cNvSpPr>
            <a:spLocks noGrp="1"/>
          </ns0:cNvSpPr>
          <ns0:nvPr/>
        </ns0:nvSpPr>
        <ns0:spPr>
          <a:xfrm>
            <a:off x="4191000" y="5791200"/>
            <a:ext cx="7048500" cy="419100"/>
          </a:xfrm>
          <a:prstGeom prst="rect">
            <a:avLst/>
          </a:prstGeom>
          <a:noFill/>
          <a:ln w="0">
            <a:noFill/>
          </a:ln>
        </ns0:spPr>
        <ns0: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ns0:txBody>
      </ns0:sp>
      <ns0:sp>
        <ns0:nvSpPr>
          <ns0:cNvPr id="6" name="editable-P14">
            <a:extLst>
              <a:ext uri="{FF2B5EF4-FFF2-40B4-BE49-F238E27FC236}">
                <ns2:creationId id="{6869A38D-A99F-4706-A8A3-42344722B4E6}"/>
              </a:ext>
            </a:extLst>
          </ns0:cNvPr>
          <ns0:cNvSpPr>
            <a:spLocks noGrp="1"/>
          </ns0:cNvSpPr>
          <ns0:nvPr/>
        </ns0:nvSpPr>
        <ns0:spPr>
          <a:xfrm>
            <a:off x="857250" y="6248400"/>
            <a:ext cx="4286250" cy="333375"/>
          </a:xfrm>
          <a:prstGeom prst="rect">
            <a:avLst/>
          </a:prstGeom>
          <a:noFill/>
          <a:ln w="0">
            <a:noFill/>
          </a:ln>
        </ns0:spPr>
        <ns0: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P14</a:t>
            </a:r>
          </a:p>
        </ns0:txBody>
      </ns0:sp>
      <ns0:sp>
        <ns0:nvSpPr>
          <ns0:cNvPr id="7" name="editable-43">
            <a:extLst>
              <a:ext uri="{FF2B5EF4-FFF2-40B4-BE49-F238E27FC236}">
                <ns2:creationId id="{A8F58B67-4A68-43BA-841E-2C96F936E03B}"/>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43</a:t>
            </a:r>
          </a:p>
        </ns0:txBody>
      </ns0:sp>
    </ns0:spTree>
    <ns0:extLst>
      <ns0:ext uri="{BB962C8B-B14F-4D97-AF65-F5344CB8AC3E}">
        <ns3:creationId val="113246015"/>
      </ns0:ext>
    </ns0:extLst>
  </ns0:cSld>
</ns0:sld>
</file>

<file path=ppt/slides/slide44.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הבדיקה שלכם">
            <a:extLst>
              <a:ext uri="{FF2B5EF4-FFF2-40B4-BE49-F238E27FC236}">
                <ns2:creationId id="{C85DD667-923D-4851-B164-4BCB17CC859D}"/>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הבדיקה שלכם</a:t>
            </a:r>
          </a:p>
        </ns0:txBody>
      </ns0:sp>
      <ns0:sp>
        <ns0:nvSpPr>
          <ns0:cNvPr id="2" name="editable-09:30&#10;חדר 3&#10;הגעה 09:15">
            <a:extLst>
              <a:ext uri="{FF2B5EF4-FFF2-40B4-BE49-F238E27FC236}">
                <ns2:creationId id="{423B2B77-B77A-4F49-8DBE-EEACF471C255}"/>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a:defRPr sz="2700" b="0">
                <a:solidFill>
                  <a:srgbClr val="191B2B"/>
                </a:solidFill>
                <a:latin typeface="Arial"/>
                <a:ea typeface="Arial"/>
                <a:cs typeface="Arial"/>
              </a:defRPr>
            </a:pPr>
            <a:r>
              <a:rPr sz="2700" b="0">
                <a:solidFill>
                  <a:srgbClr val="191B2B"/>
                </a:solidFill>
                <a:latin typeface="Arial"/>
                <a:ea typeface="Arial"/>
                <a:cs typeface="Arial"/>
              </a:rPr>
              <a:t>09:30</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חדר 3</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הגעה 09:15</a:t>
            </a:r>
          </a:p>
        </ns0:txBody>
      </ns0:sp>
      <ns0:sp>
        <ns0:nvSpPr>
          <ns0:cNvPr id="3" name="editable-44">
            <a:extLst>
              <a:ext uri="{FF2B5EF4-FFF2-40B4-BE49-F238E27FC236}">
                <ns2:creationId id="{FEA84F0D-C74C-431F-979E-4905ADA76AC5}"/>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44</a:t>
            </a:r>
          </a:p>
        </ns0:txBody>
      </ns0:sp>
    </ns0:spTree>
    <ns0:extLst>
      <ns0:ext uri="{BB962C8B-B14F-4D97-AF65-F5344CB8AC3E}">
        <ns3:creationId val="1066857095"/>
      </ns0:ext>
    </ns0:extLst>
  </ns0:cSld>
</ns0:sld>
</file>

<file path=ppt/slides/slide45.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מה תיקנתם&#10;לפני השימוש?">
            <a:extLst>
              <a:ext uri="{FF2B5EF4-FFF2-40B4-BE49-F238E27FC236}">
                <ns2:creationId id="{4D09BCD4-46A2-4466-BE40-95A35AE81A98}"/>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מה תיקנתם</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לפני השימוש?</a:t>
            </a:r>
          </a:p>
        </ns0:txBody>
      </ns0:sp>
      <ns0:sp>
        <ns0:nvSpPr>
          <ns0:cNvPr id="2" name="editable-שינוי אחד שמנע טעות">
            <a:extLst>
              <a:ext uri="{FF2B5EF4-FFF2-40B4-BE49-F238E27FC236}">
                <ns2:creationId id="{C7697A22-4086-475A-9086-34658B1458A7}"/>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שינוי אחד שמנע טעות</a:t>
            </a:r>
          </a:p>
        </ns0:txBody>
      </ns0:sp>
      <ns0:sp>
        <ns0:nvSpPr>
          <ns0:cNvPr id="3" name="editable-45">
            <a:extLst>
              <a:ext uri="{FF2B5EF4-FFF2-40B4-BE49-F238E27FC236}">
                <ns2:creationId id="{2594E06D-5AF4-4D89-90DF-FAD35018DB7A}"/>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45</a:t>
            </a:r>
          </a:p>
        </ns0:txBody>
      </ns0:sp>
    </ns0:spTree>
    <ns0:extLst>
      <ns0:ext uri="{BB962C8B-B14F-4D97-AF65-F5344CB8AC3E}">
        <ns3:creationId val="57484148"/>
      </ns0:ext>
    </ns0:extLst>
  </ns0:cSld>
</ns0:sld>
</file>

<file path=ppt/slides/slide46.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7" name="editable-הכלי לפי המשימה">
            <a:extLst>
              <a:ext uri="{FF2B5EF4-FFF2-40B4-BE49-F238E27FC236}">
                <ns2:creationId id="{250623E3-E218-4FDF-80D3-A4CE56DF079D}"/>
              </a:ext>
            </a:extLst>
          </ns0:cNvPr>
          <ns0:cNvSpPr>
            <a:spLocks noGrp="1"/>
          </ns0:cNvSpPr>
          <ns0:nvPr/>
        </ns0:nvSpPr>
        <ns0:spPr>
          <a:xfrm>
            <a:off x="857250" y="685800"/>
            <a:ext cx="10477500" cy="1276350"/>
          </a:xfrm>
          <a:prstGeom prst="rect">
            <a:avLst/>
          </a:prstGeom>
          <a:noFill/>
          <a:ln w="0">
            <a:noFill/>
          </a:ln>
        </ns0:spPr>
        <ns0: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הכלי לפי המשימה</a:t>
            </a:r>
          </a:p>
        </ns0:txBody>
      </ns0:sp>
      <ns0:sp>
        <ns0:nvSpPr>
          <ns0:cNvPr id="2" name="editable-שיחה וניסוח">
            <a:extLst>
              <a:ext uri="{FF2B5EF4-FFF2-40B4-BE49-F238E27FC236}">
                <ns2:creationId id="{F5D552F3-BD07-46FD-BF92-B0CE25394214}"/>
              </a:ext>
            </a:extLst>
          </ns0:cNvPr>
          <ns0:cNvSpPr>
            <a:spLocks noGrp="1"/>
          </ns0:cNvSpPr>
          <ns0:nvPr/>
        </ns0:nvSpPr>
        <ns0:spPr>
          <a:xfrm>
            <a:off x="1143000" y="2143125"/>
            <a:ext cx="10096500" cy="6858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שיחה וניסוח</a:t>
            </a:r>
          </a:p>
        </ns0:txBody>
      </ns0:sp>
      <ns0:sp>
        <ns0:nvSpPr>
          <ns0:cNvPr id="3" name="editable-חיפוש ובדיקת מקור">
            <a:extLst>
              <a:ext uri="{FF2B5EF4-FFF2-40B4-BE49-F238E27FC236}">
                <ns2:creationId id="{72992D34-9D04-4344-9D40-8B176A463A28}"/>
              </a:ext>
            </a:extLst>
          </ns0:cNvPr>
          <ns0:cNvSpPr>
            <a:spLocks noGrp="1"/>
          </ns0:cNvSpPr>
          <ns0:nvPr/>
        </ns0:nvSpPr>
        <ns0:spPr>
          <a:xfrm>
            <a:off x="1143000" y="3009900"/>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חיפוש ובדיקת מקור</a:t>
            </a:r>
          </a:p>
        </ns0:txBody>
      </ns0:sp>
      <ns0:sp>
        <ns0:nvSpPr>
          <ns0:cNvPr id="4" name="editable-עבודה על מסמכים">
            <a:extLst>
              <a:ext uri="{FF2B5EF4-FFF2-40B4-BE49-F238E27FC236}">
                <ns2:creationId id="{2DD40241-CC1F-4F5C-844C-A6885DDC65C9}"/>
              </a:ext>
            </a:extLst>
          </ns0:cNvPr>
          <ns0:cNvSpPr>
            <a:spLocks noGrp="1"/>
          </ns0:cNvSpPr>
          <ns0:nvPr/>
        </ns0:nvSpPr>
        <ns0:spPr>
          <a:xfrm>
            <a:off x="1143000" y="3876675"/>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עבודה על מסמכים</a:t>
            </a:r>
          </a:p>
        </ns0:txBody>
      </ns0:sp>
      <ns0:sp>
        <ns0:nvSpPr>
          <ns0:cNvPr id="5" name="editable-משימה רב־שלבית">
            <a:extLst>
              <a:ext uri="{FF2B5EF4-FFF2-40B4-BE49-F238E27FC236}">
                <ns2:creationId id="{85354421-002D-4328-AA64-959E121C0E5D}"/>
              </a:ext>
            </a:extLst>
          </ns0:cNvPr>
          <ns0:cNvSpPr>
            <a:spLocks noGrp="1"/>
          </ns0:cNvSpPr>
          <ns0:nvPr/>
        </ns0:nvSpPr>
        <ns0:spPr>
          <a:xfrm>
            <a:off x="1143000" y="4743450"/>
            <a:ext cx="10096500" cy="685800"/>
          </a:xfrm>
          <a:prstGeom prst="rect">
            <a:avLst/>
          </a:prstGeom>
          <a:noFill/>
          <a:ln w="0">
            <a:noFill/>
          </a:ln>
        </ns0:spPr>
        <ns0:txBody>
          <a:bodyPr lIns="0" tIns="0" rIns="0" bIns="0" anchor="ctr">
            <a:noAutofit/>
          </a:bodyPr>
          <a:lstStyle>
            <a:defPPr algn="r">
              <a:defRPr sz="3000" b="0">
                <a:solidFill>
                  <a:srgbClr val="191B2B"/>
                </a:solidFill>
                <a:latin typeface="Arial"/>
                <a:ea typeface="Arial"/>
                <a:cs typeface="Arial"/>
              </a:defRPr>
            </a:defPPr>
          </a:lstStyle>
          <a:p>
            <a:pPr algn="r" rtl="1">
              <a:defRPr sz="3000" b="0">
                <a:solidFill>
                  <a:srgbClr val="191B2B"/>
                </a:solidFill>
                <a:latin typeface="Arial"/>
                <a:ea typeface="Arial"/>
                <a:cs typeface="Arial"/>
              </a:defRPr>
            </a:pPr>
            <a:r>
              <a:rPr sz="3000" b="0">
                <a:solidFill>
                  <a:srgbClr val="191B2B"/>
                </a:solidFill>
                <a:latin typeface="Arial"/>
                <a:ea typeface="Arial"/>
                <a:cs typeface="Arial"/>
              </a:rPr>
              <a:t>משימה רב־שלבית</a:t>
            </a:r>
          </a:p>
        </ns0:txBody>
      </ns0:sp>
      <ns0:sp>
        <ns0:nvSpPr>
          <ns0:cNvPr id="6" name="editable-46">
            <a:extLst>
              <a:ext uri="{FF2B5EF4-FFF2-40B4-BE49-F238E27FC236}">
                <ns2:creationId id="{ABE4BADE-8AB5-49AE-8C8E-6270853520C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46</a:t>
            </a:r>
          </a:p>
        </ns0:txBody>
      </ns0:sp>
    </ns0:spTree>
    <ns0:extLst>
      <ns0:ext uri="{BB962C8B-B14F-4D97-AF65-F5344CB8AC3E}">
        <ns3:creationId val="1946882704"/>
      </ns0:ext>
    </ns0:extLst>
  </ns0:cSld>
</ns0:sld>
</file>

<file path=ppt/slides/slide47.xml><?xml version="1.0" encoding="utf-8"?>
<ns0:sld xmlns:a="http://schemas.openxmlformats.org/drawingml/2006/main" xmlns:ns0="http://schemas.openxmlformats.org/presentationml/2006/main" xmlns:ns2="http://schemas.microsoft.com/office/drawing/2014/main" xmlns:ns3="http://schemas.microsoft.com/office/powerpoint/2010/main">
  <ns0:cSld>
    <ns0:bg>
      <ns0:bgPr>
        <a:solidFill>
          <a:srgbClr val="F7F8FC"/>
        </a:solidFill>
      </ns0:bgPr>
    </ns0:bg>
    <ns0:spTree>
      <ns0:nvGrpSpPr>
        <ns0:cNvPr id="1" name=""/>
        <ns0:cNvGrpSpPr/>
        <ns0:nvPr/>
      </ns0:nvGrpSpPr>
      <ns0:grpSpPr>
        <a:xfrm/>
      </ns0:grpSpPr>
      <ns0:sp>
        <ns0:nvSpPr>
          <ns0:cNvPr id="4" name="editable-משימה אחת&#10;עד המפגש הבא">
            <a:extLst>
              <a:ext uri="{FF2B5EF4-FFF2-40B4-BE49-F238E27FC236}">
                <ns2:creationId id="{FEECB0F8-D4EF-472D-AD08-7FBB49053C26}"/>
              </a:ext>
            </a:extLst>
          </ns0:cNvPr>
          <ns0:cNvSpPr>
            <a:spLocks noGrp="1"/>
          </ns0:cNvSpPr>
          <ns0:nvPr/>
        </ns0:nvSpPr>
        <ns0:spPr>
          <a:xfrm>
            <a:off x="857250" y="1238250"/>
            <a:ext cx="10477500" cy="2190750"/>
          </a:xfrm>
          <a:prstGeom prst="rect">
            <a:avLst/>
          </a:prstGeom>
          <a:noFill/>
          <a:ln w="0">
            <a:noFill/>
          </a:ln>
        </ns0:spPr>
        <ns0: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ns0:txBody>
      </ns0:sp>
      <ns0:sp>
        <ns0:nvSpPr>
          <ns0:cNvPr id="2" name="editable-מקור אחד שבדקתם&#10;תוצר אחד ששיפרתם">
            <a:extLst>
              <a:ext uri="{FF2B5EF4-FFF2-40B4-BE49-F238E27FC236}">
                <ns2:creationId id="{1C08E1C5-CE0E-4B1B-B4E4-60E178F7950B}"/>
              </a:ext>
            </a:extLst>
          </ns0:cNvPr>
          <ns0:cNvSpPr>
            <a:spLocks noGrp="1"/>
          </ns0:cNvSpPr>
          <ns0:nvPr/>
        </ns0:nvSpPr>
        <ns0:spPr>
          <a:xfrm>
            <a:off x="1238250" y="4000500"/>
            <a:ext cx="9715500" cy="1619250"/>
          </a:xfrm>
          <a:prstGeom prst="rect">
            <a:avLst/>
          </a:prstGeom>
          <a:noFill/>
          <a:ln w="0">
            <a:noFill/>
          </a:ln>
        </ns0:spPr>
        <ns0:txBody>
          <a:bodyPr lIns="0" tIns="0" rIns="0" bIns="0" anchor="ctr">
            <a:noAutofit/>
          </a:bodyPr>
          <a:lstStyle>
            <a:defPPr algn="ctr">
              <a:defRPr sz="2700" b="0">
                <a:solidFill>
                  <a:srgbClr val="191B2B"/>
                </a:solidFill>
                <a:latin typeface="Arial"/>
                <a:ea typeface="Arial"/>
                <a:cs typeface="Arial"/>
              </a:defRPr>
            </a:defPPr>
          </a:lstStyle>
          <a:p>
            <a:pPr algn="ctr" rtl="1">
              <a:defRPr sz="2700" b="0">
                <a:solidFill>
                  <a:srgbClr val="191B2B"/>
                </a:solidFill>
                <a:latin typeface="Arial"/>
                <a:ea typeface="Arial"/>
                <a:cs typeface="Arial"/>
              </a:defRPr>
            </a:pPr>
            <a:r>
              <a:rPr sz="2700" b="0">
                <a:solidFill>
                  <a:srgbClr val="191B2B"/>
                </a:solidFill>
                <a:latin typeface="Arial"/>
                <a:ea typeface="Arial"/>
                <a:cs typeface="Arial"/>
              </a:rPr>
              <a:t>מקור אחד שבדקתם</a:t>
            </a:r>
          </a:p>
          <a:p>
            <a:pPr algn="ctr" rtl="1">
              <a:defRPr sz="2700" b="0">
                <a:solidFill>
                  <a:srgbClr val="191B2B"/>
                </a:solidFill>
                <a:latin typeface="Arial"/>
                <a:ea typeface="Arial"/>
                <a:cs typeface="Arial"/>
              </a:defRPr>
            </a:pPr>
            <a:r>
              <a:rPr sz="2700" b="0">
                <a:solidFill>
                  <a:srgbClr val="191B2B"/>
                </a:solidFill>
                <a:latin typeface="Arial"/>
                <a:ea typeface="Arial"/>
                <a:cs typeface="Arial"/>
              </a:rPr>
              <a:t>תוצר אחד ששיפרתם</a:t>
            </a:r>
          </a:p>
        </ns0:txBody>
      </ns0:sp>
      <ns0:sp>
        <ns0:nvSpPr>
          <ns0:cNvPr id="3" name="editable-47">
            <a:extLst>
              <a:ext uri="{FF2B5EF4-FFF2-40B4-BE49-F238E27FC236}">
                <ns2:creationId id="{B8420674-E55D-4198-AC44-EF8FC3774E7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47</a:t>
            </a:r>
          </a:p>
        </ns0:txBody>
      </ns0:sp>
    </ns0:spTree>
    <ns0:extLst>
      <ns0:ext uri="{BB962C8B-B14F-4D97-AF65-F5344CB8AC3E}">
        <ns3:creationId val="842896778"/>
      </ns0:ext>
    </ns0:extLst>
  </ns0:cSld>
</ns0:sld>
</file>

<file path=ppt/slides/slide48.xml><?xml version="1.0" encoding="utf-8"?>
<ns0:sld xmlns:a="http://schemas.openxmlformats.org/drawingml/2006/main" xmlns:ns0="http://schemas.openxmlformats.org/presentationml/2006/main" xmlns:ns2="http://schemas.microsoft.com/office/drawing/2014/main" xmlns:ns3="http://schemas.openxmlformats.org/officeDocument/2006/relationships" xmlns:ns4="http://schemas.microsoft.com/office/powerpoint/2010/main">
  <ns0:cSld>
    <ns0:bg>
      <ns0:bgPr>
        <a:solidFill>
          <a:srgbClr val="F7F8FC"/>
        </a:solidFill>
      </ns0:bgPr>
    </ns0:bg>
    <ns0:spTree>
      <ns0:nvGrpSpPr>
        <ns0:cNvPr id="1" name=""/>
        <ns0:cNvGrpSpPr/>
        <ns0:nvPr/>
      </ns0:nvGrpSpPr>
      <ns0:grpSpPr>
        <a:xfrm/>
      </ns0:grpSpPr>
      <ns0:pic>
        <ns0:nvPicPr>
          <ns0:cNvPr id="7" name="">
            <a:extLst>
              <a:ext uri="{FF2B5EF4-FFF2-40B4-BE49-F238E27FC236}">
                <ns2:creationId id="{F93FC24B-32F0-4361-9F77-53038E41C9AB}"/>
              </a:ext>
            </a:extLst>
          </ns0:cNvPr>
          <ns0:cNvPicPr>
            <a:picLocks noChangeAspect="1"/>
          </ns0:cNvPicPr>
          <ns0:nvPr/>
        </ns0:nvPicPr>
        <ns0:blipFill>
          <a:blip ns3:embed="Rd9c548cfaaf64364"/>
          <a:srcRect l="0" t="0" r="0" b="0"/>
          <a:stretch>
            <a:fillRect l="0" t="0" r="0" b="0"/>
          </a:stretch>
        </ns0:blipFill>
        <ns0:spPr>
          <a:xfrm>
            <a:off x="0" y="0"/>
            <a:ext cx="12192000" cy="6858000"/>
          </a:xfrm>
          <a:prstGeom prst="rect">
            <a:avLst/>
          </a:prstGeom>
        </ns0:spPr>
      </ns0:pic>
      <ns0:sp>
        <ns0:nvSpPr>
          <ns0:cNvPr id="2" name="editable-במפגש הבא">
            <a:extLst>
              <a:ext uri="{FF2B5EF4-FFF2-40B4-BE49-F238E27FC236}">
                <ns2:creationId id="{DEC65E2C-D7D1-4DC4-BE14-F9BF182417D1}"/>
              </a:ext>
            </a:extLst>
          </ns0:cNvPr>
          <ns0:cNvSpPr>
            <a:spLocks noGrp="1"/>
          </ns0:cNvSpPr>
          <ns0:nvPr/>
        </ns0:nvSpPr>
        <ns0:spPr>
          <a:xfrm>
            <a:off x="5429250" y="1238250"/>
            <a:ext cx="5905500" cy="1285875"/>
          </a:xfrm>
          <a:prstGeom prst="rect">
            <a:avLst/>
          </a:prstGeom>
          <a:noFill/>
          <a:ln w="0">
            <a:noFill/>
          </a:ln>
        </ns0:spPr>
        <ns0: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ns0:txBody>
      </ns0:sp>
      <ns0:sp>
        <ns0:nvSpPr>
          <ns0:cNvPr id="3" name="editable-נתונים ועוזר אישי&#10;לעבודה שלכם">
            <a:extLst>
              <a:ext uri="{FF2B5EF4-FFF2-40B4-BE49-F238E27FC236}">
                <ns2:creationId id="{1916C57F-577D-4A46-A2E2-8D9FB2C3AC09}"/>
              </a:ext>
            </a:extLst>
          </ns0:cNvPr>
          <ns0:cNvSpPr>
            <a:spLocks noGrp="1"/>
          </ns0:cNvSpPr>
          <ns0:nvPr/>
        </ns0:nvSpPr>
        <ns0:spPr>
          <a:xfrm>
            <a:off x="5429250" y="3048000"/>
            <a:ext cx="5905500" cy="1333500"/>
          </a:xfrm>
          <a:prstGeom prst="rect">
            <a:avLst/>
          </a:prstGeom>
          <a:noFill/>
          <a:ln w="0">
            <a:noFill/>
          </a:ln>
        </ns0:spPr>
        <ns0: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ns0:txBody>
      </ns0:sp>
      <ns0:sp>
        <ns0:nvSpPr>
          <ns0:cNvPr id="4" name="editable-cfir94@gmail.com">
            <a:extLst>
              <a:ext uri="{FF2B5EF4-FFF2-40B4-BE49-F238E27FC236}">
                <ns2:creationId id="{E4E78EFD-37BC-4E11-8826-777B33EDF994}"/>
              </a:ext>
            </a:extLst>
          </ns0:cNvPr>
          <ns0:cNvSpPr>
            <a:spLocks noGrp="1"/>
          </ns0:cNvSpPr>
          <ns0:nvPr/>
        </ns0:nvSpPr>
        <ns0:spPr>
          <a:xfrm>
            <a:off x="5429250" y="5067300"/>
            <a:ext cx="5905500" cy="571500"/>
          </a:xfrm>
          <a:prstGeom prst="rect">
            <a:avLst/>
          </a:prstGeom>
          <a:noFill/>
          <a:ln w="0">
            <a:noFill/>
          </a:ln>
        </ns0:spPr>
        <ns0:txBody>
          <a:bodyPr lIns="0" tIns="0" rIns="0" bIns="0" anchor="ctr">
            <a:noAutofit/>
          </a:bodyPr>
          <a:lstStyle>
            <a:defPPr algn="r">
              <a:defRPr sz="2250" b="0">
                <a:solidFill>
                  <a:srgbClr val="4378AB"/>
                </a:solidFill>
                <a:latin typeface="Arial"/>
                <a:ea typeface="Arial"/>
                <a:cs typeface="Arial"/>
              </a:defRPr>
            </a:defPPr>
          </a:lstStyle>
          <a:p>
            <a:pPr algn="r">
              <a:defRPr sz="2250" b="0">
                <a:solidFill>
                  <a:srgbClr val="4378AB"/>
                </a:solidFill>
                <a:latin typeface="Arial"/>
                <a:ea typeface="Arial"/>
                <a:cs typeface="Arial"/>
              </a:defRPr>
            </a:pPr>
            <a:r>
              <a:rPr sz="2250" b="0">
                <a:solidFill>
                  <a:srgbClr val="4378AB"/>
                </a:solidFill>
                <a:latin typeface="Arial"/>
                <a:ea typeface="Arial"/>
                <a:cs typeface="Arial"/>
              </a:rPr>
              <a:t>cfir94@gmail.com</a:t>
            </a:r>
          </a:p>
        </ns0:txBody>
      </ns0:sp>
      <ns0:sp>
        <ns0:nvSpPr>
          <ns0:cNvPr id="5" name="editable-052-656-8094">
            <a:extLst>
              <a:ext uri="{FF2B5EF4-FFF2-40B4-BE49-F238E27FC236}">
                <ns2:creationId id="{D550F113-C8C6-4527-907D-7FDF8D28C6D1}"/>
              </a:ext>
            </a:extLst>
          </ns0:cNvPr>
          <ns0:cNvSpPr>
            <a:spLocks noGrp="1"/>
          </ns0:cNvSpPr>
          <ns0:nvPr/>
        </ns0:nvSpPr>
        <ns0:spPr>
          <a:xfrm>
            <a:off x="5429250" y="5810250"/>
            <a:ext cx="5905500" cy="571500"/>
          </a:xfrm>
          <a:prstGeom prst="rect">
            <a:avLst/>
          </a:prstGeom>
          <a:noFill/>
          <a:ln w="0">
            <a:noFill/>
          </a:ln>
        </ns0:spPr>
        <ns0:txBody>
          <a:bodyPr lIns="0" tIns="0" rIns="0" bIns="0" anchor="ctr">
            <a:noAutofit/>
          </a:bodyPr>
          <a:lstStyle>
            <a:defPPr algn="r">
              <a:defRPr sz="2250" b="0">
                <a:solidFill>
                  <a:srgbClr val="4378AB"/>
                </a:solidFill>
                <a:latin typeface="Arial"/>
                <a:ea typeface="Arial"/>
                <a:cs typeface="Arial"/>
              </a:defRPr>
            </a:defPPr>
          </a:lstStyle>
          <a:p>
            <a:pPr algn="r">
              <a:defRPr sz="2250" b="0">
                <a:solidFill>
                  <a:srgbClr val="4378AB"/>
                </a:solidFill>
                <a:latin typeface="Arial"/>
                <a:ea typeface="Arial"/>
                <a:cs typeface="Arial"/>
              </a:defRPr>
            </a:pPr>
            <a:r>
              <a:rPr sz="2250" b="0">
                <a:solidFill>
                  <a:srgbClr val="4378AB"/>
                </a:solidFill>
                <a:latin typeface="Arial"/>
                <a:ea typeface="Arial"/>
                <a:cs typeface="Arial"/>
              </a:rPr>
              <a:t>052-656-8094</a:t>
            </a:r>
          </a:p>
        </ns0:txBody>
      </ns0:sp>
      <ns0:sp>
        <ns0:nvSpPr>
          <ns0:cNvPr id="6" name="editable-48">
            <a:extLst>
              <a:ext uri="{FF2B5EF4-FFF2-40B4-BE49-F238E27FC236}">
                <ns2:creationId id="{FDA93FFE-9666-4643-B1CD-5E717A10C541}"/>
              </a:ext>
            </a:extLst>
          </ns0:cNvPr>
          <ns0:cNvSpPr>
            <a:spLocks noGrp="1"/>
          </ns0:cNvSpPr>
          <ns0:nvPr/>
        </ns0:nvSpPr>
        <ns0:spPr>
          <a:xfrm>
            <a:off x="11353800" y="6276975"/>
            <a:ext cx="419100" cy="266700"/>
          </a:xfrm>
          <a:prstGeom prst="rect">
            <a:avLst/>
          </a:prstGeom>
          <a:noFill/>
          <a:ln w="0">
            <a:noFill/>
          </a:ln>
        </ns0:spPr>
        <ns0: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48</a:t>
            </a:r>
          </a:p>
        </ns0:txBody>
      </ns0:sp>
    </ns0:spTree>
    <ns0:extLst>
      <ns0:ext uri="{BB962C8B-B14F-4D97-AF65-F5344CB8AC3E}">
        <ns4:creationId val="1722775360"/>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2026-10-12T16:39:06.9330000Z</dcterms:created>
  <dcterms:modified xsi:type="dcterms:W3CDTF">2026-10-12T16:39:06.9330000Z</dcterms:modified>
</coreProperties>
</file>