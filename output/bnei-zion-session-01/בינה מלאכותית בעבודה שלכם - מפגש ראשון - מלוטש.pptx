
<file path=[Content_Types].xml><?xml version="1.0" encoding="utf-8"?>
<Types xmlns="http://schemas.openxmlformats.org/package/2006/content-types">
  <Default Extension="bin" ContentType="image/unknow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media/image8.bin" ContentType="image/webp"/>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media/image9.bin" ContentType="image/webp"/>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media/image10.bin" ContentType="image/webp"/>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67131-807E-42DA-AD51-3FBEE2D3A499}" v="1176" dt="2026-10-12T17:10:34.871"/>
    <p1510:client id="{B9100E64-B285-4D35-AB13-4431E3FE0CAA}" v="227" dt="2026-10-13T17:30:11.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705"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3T17:35:35.724" v="4163" actId="20577"/>
      <pc:docMkLst>
        <pc:docMk/>
      </pc:docMkLst>
      <pc:sldChg chg="modTransition modAnim modNotes">
        <pc:chgData name="כפיר יעקובי" userId="8374c8db-8d40-48aa-9b65-9d75a8bb3258" providerId="ADAL" clId="{458EC885-B2EA-467D-853E-13557AE174ED}" dt="2026-10-13T17:35:22.183" v="2898" actId="20577"/>
        <pc:sldMkLst>
          <pc:docMk/>
          <pc:sldMk cId="1888315048" sldId="256"/>
        </pc:sldMkLst>
      </pc:sldChg>
      <pc:sldChg chg="modSp mod modTransition modAnim modNotes">
        <pc:chgData name="כפיר יעקובי" userId="8374c8db-8d40-48aa-9b65-9d75a8bb3258" providerId="ADAL" clId="{458EC885-B2EA-467D-853E-13557AE174ED}" dt="2026-10-13T17:35:22.443" v="2917" actId="20577"/>
        <pc:sldMkLst>
          <pc:docMk/>
          <pc:sldMk cId="326590292" sldId="257"/>
        </pc:sldMkLst>
        <pc:spChg chg="mod">
          <ac:chgData name="כפיר יעקובי" userId="8374c8db-8d40-48aa-9b65-9d75a8bb3258" providerId="ADAL" clId="{458EC885-B2EA-467D-853E-13557AE174ED}" dt="2026-10-13T17:30:09.372" v="2481"/>
          <ac:spMkLst>
            <pc:docMk/>
            <pc:sldMk cId="326590292" sldId="257"/>
            <ac:spMk id="2" creationId="{79051842-0F04-4215-99F9-98D735F82C1C}"/>
          </ac:spMkLst>
        </pc:spChg>
      </pc:sldChg>
      <pc:sldChg chg="modTransition modAnim modNotes">
        <pc:chgData name="כפיר יעקובי" userId="8374c8db-8d40-48aa-9b65-9d75a8bb3258" providerId="ADAL" clId="{458EC885-B2EA-467D-853E-13557AE174ED}" dt="2026-10-13T17:35:22.665" v="2948" actId="20577"/>
        <pc:sldMkLst>
          <pc:docMk/>
          <pc:sldMk cId="1142737999" sldId="258"/>
        </pc:sldMkLst>
      </pc:sldChg>
      <pc:sldChg chg="modSp mod modTransition modAnim modNotes">
        <pc:chgData name="כפיר יעקובי" userId="8374c8db-8d40-48aa-9b65-9d75a8bb3258" providerId="ADAL" clId="{458EC885-B2EA-467D-853E-13557AE174ED}" dt="2026-10-13T17:35:22.881" v="2979" actId="20577"/>
        <pc:sldMkLst>
          <pc:docMk/>
          <pc:sldMk cId="1790216570" sldId="259"/>
        </pc:sldMkLst>
        <pc:spChg chg="mod">
          <ac:chgData name="כפיר יעקובי" userId="8374c8db-8d40-48aa-9b65-9d75a8bb3258" providerId="ADAL" clId="{458EC885-B2EA-467D-853E-13557AE174ED}" dt="2026-10-13T17:30:09.428" v="2488"/>
          <ac:spMkLst>
            <pc:docMk/>
            <pc:sldMk cId="1790216570" sldId="259"/>
            <ac:spMk id="2" creationId="{7903F6A0-CD54-49C8-BB04-66B5B024739F}"/>
          </ac:spMkLst>
        </pc:spChg>
        <pc:spChg chg="mod">
          <ac:chgData name="כפיר יעקובי" userId="8374c8db-8d40-48aa-9b65-9d75a8bb3258" providerId="ADAL" clId="{458EC885-B2EA-467D-853E-13557AE174ED}" dt="2026-10-13T17:30:09.438" v="2495"/>
          <ac:spMkLst>
            <pc:docMk/>
            <pc:sldMk cId="1790216570" sldId="259"/>
            <ac:spMk id="3" creationId="{A286D834-035C-42A0-B2A0-01BA16F18956}"/>
          </ac:spMkLst>
        </pc:spChg>
        <pc:spChg chg="mod">
          <ac:chgData name="כפיר יעקובי" userId="8374c8db-8d40-48aa-9b65-9d75a8bb3258" providerId="ADAL" clId="{458EC885-B2EA-467D-853E-13557AE174ED}" dt="2026-10-13T17:30:09.450" v="2502"/>
          <ac:spMkLst>
            <pc:docMk/>
            <pc:sldMk cId="1790216570" sldId="259"/>
            <ac:spMk id="4" creationId="{65E42EE6-AEF0-4292-BED0-2CAC86243628}"/>
          </ac:spMkLst>
        </pc:spChg>
      </pc:sldChg>
      <pc:sldChg chg="modSp mod modTransition modAnim modNotes">
        <pc:chgData name="כפיר יעקובי" userId="8374c8db-8d40-48aa-9b65-9d75a8bb3258" providerId="ADAL" clId="{458EC885-B2EA-467D-853E-13557AE174ED}" dt="2026-10-13T17:35:23.185" v="2998" actId="20577"/>
        <pc:sldMkLst>
          <pc:docMk/>
          <pc:sldMk cId="487663719" sldId="260"/>
        </pc:sldMkLst>
        <pc:spChg chg="mod">
          <ac:chgData name="כפיר יעקובי" userId="8374c8db-8d40-48aa-9b65-9d75a8bb3258" providerId="ADAL" clId="{458EC885-B2EA-467D-853E-13557AE174ED}" dt="2026-10-13T17:30:09.482" v="2507"/>
          <ac:spMkLst>
            <pc:docMk/>
            <pc:sldMk cId="487663719" sldId="260"/>
            <ac:spMk id="2" creationId="{6A992EEA-4617-4E8A-9B8D-2A726629C297}"/>
          </ac:spMkLst>
        </pc:spChg>
      </pc:sldChg>
      <pc:sldChg chg="modSp mod modTransition modAnim modNotes">
        <pc:chgData name="כפיר יעקובי" userId="8374c8db-8d40-48aa-9b65-9d75a8bb3258" providerId="ADAL" clId="{458EC885-B2EA-467D-853E-13557AE174ED}" dt="2026-10-13T17:35:23.420" v="3017" actId="20577"/>
        <pc:sldMkLst>
          <pc:docMk/>
          <pc:sldMk cId="1362380364" sldId="261"/>
        </pc:sldMkLst>
        <pc:spChg chg="mod">
          <ac:chgData name="כפיר יעקובי" userId="8374c8db-8d40-48aa-9b65-9d75a8bb3258" providerId="ADAL" clId="{458EC885-B2EA-467D-853E-13557AE174ED}" dt="2026-10-13T17:30:09.505" v="2512"/>
          <ac:spMkLst>
            <pc:docMk/>
            <pc:sldMk cId="1362380364" sldId="261"/>
            <ac:spMk id="2" creationId="{E5893CC7-57EA-4552-8851-DF52685D9C98}"/>
          </ac:spMkLst>
        </pc:spChg>
      </pc:sldChg>
      <pc:sldChg chg="modTransition modAnim modNotes">
        <pc:chgData name="כפיר יעקובי" userId="8374c8db-8d40-48aa-9b65-9d75a8bb3258" providerId="ADAL" clId="{458EC885-B2EA-467D-853E-13557AE174ED}" dt="2026-10-13T17:35:23.579" v="3036" actId="20577"/>
        <pc:sldMkLst>
          <pc:docMk/>
          <pc:sldMk cId="1699974482" sldId="262"/>
        </pc:sldMkLst>
      </pc:sldChg>
      <pc:sldChg chg="modSp mod modTransition modAnim modNotes">
        <pc:chgData name="כפיר יעקובי" userId="8374c8db-8d40-48aa-9b65-9d75a8bb3258" providerId="ADAL" clId="{458EC885-B2EA-467D-853E-13557AE174ED}" dt="2026-10-13T17:35:23.728" v="3055" actId="20577"/>
        <pc:sldMkLst>
          <pc:docMk/>
          <pc:sldMk cId="681612345" sldId="263"/>
        </pc:sldMkLst>
        <pc:spChg chg="mod">
          <ac:chgData name="כפיר יעקובי" userId="8374c8db-8d40-48aa-9b65-9d75a8bb3258" providerId="ADAL" clId="{458EC885-B2EA-467D-853E-13557AE174ED}" dt="2026-10-13T17:30:09.579" v="2517"/>
          <ac:spMkLst>
            <pc:docMk/>
            <pc:sldMk cId="681612345" sldId="263"/>
            <ac:spMk id="2" creationId="{B28FDE62-FEBA-4D65-AD34-E5199342DFCA}"/>
          </ac:spMkLst>
        </pc:spChg>
      </pc:sldChg>
      <pc:sldChg chg="modSp mod modTransition modAnim modNotes">
        <pc:chgData name="כפיר יעקובי" userId="8374c8db-8d40-48aa-9b65-9d75a8bb3258" providerId="ADAL" clId="{458EC885-B2EA-467D-853E-13557AE174ED}" dt="2026-10-13T17:35:23.990" v="3074" actId="20577"/>
        <pc:sldMkLst>
          <pc:docMk/>
          <pc:sldMk cId="1640500055" sldId="264"/>
        </pc:sldMkLst>
        <pc:spChg chg="mod">
          <ac:chgData name="כפיר יעקובי" userId="8374c8db-8d40-48aa-9b65-9d75a8bb3258" providerId="ADAL" clId="{458EC885-B2EA-467D-853E-13557AE174ED}" dt="2026-10-13T17:30:09.618" v="2522"/>
          <ac:spMkLst>
            <pc:docMk/>
            <pc:sldMk cId="1640500055" sldId="264"/>
            <ac:spMk id="2" creationId="{8477A898-5146-4DC1-BDA4-3FD0DD946D9F}"/>
          </ac:spMkLst>
        </pc:spChg>
      </pc:sldChg>
      <pc:sldChg chg="modTransition modAnim modNotes">
        <pc:chgData name="כפיר יעקובי" userId="8374c8db-8d40-48aa-9b65-9d75a8bb3258" providerId="ADAL" clId="{458EC885-B2EA-467D-853E-13557AE174ED}" dt="2026-10-13T17:35:24.336" v="3117" actId="20577"/>
        <pc:sldMkLst>
          <pc:docMk/>
          <pc:sldMk cId="1187747870" sldId="265"/>
        </pc:sldMkLst>
      </pc:sldChg>
      <pc:sldChg chg="modSp mod modTransition modAnim modNotes">
        <pc:chgData name="כפיר יעקובי" userId="8374c8db-8d40-48aa-9b65-9d75a8bb3258" providerId="ADAL" clId="{458EC885-B2EA-467D-853E-13557AE174ED}" dt="2026-10-13T17:35:24.602" v="3154" actId="20577"/>
        <pc:sldMkLst>
          <pc:docMk/>
          <pc:sldMk cId="739979541" sldId="266"/>
        </pc:sldMkLst>
        <pc:spChg chg="mod">
          <ac:chgData name="כפיר יעקובי" userId="8374c8db-8d40-48aa-9b65-9d75a8bb3258" providerId="ADAL" clId="{458EC885-B2EA-467D-853E-13557AE174ED}" dt="2026-10-13T17:30:09.691" v="2529"/>
          <ac:spMkLst>
            <pc:docMk/>
            <pc:sldMk cId="739979541" sldId="266"/>
            <ac:spMk id="2" creationId="{9CDF3386-1E44-4183-81BF-344E34D8F6AA}"/>
          </ac:spMkLst>
        </pc:spChg>
        <pc:spChg chg="mod">
          <ac:chgData name="כפיר יעקובי" userId="8374c8db-8d40-48aa-9b65-9d75a8bb3258" providerId="ADAL" clId="{458EC885-B2EA-467D-853E-13557AE174ED}" dt="2026-10-13T17:30:09.714" v="2536"/>
          <ac:spMkLst>
            <pc:docMk/>
            <pc:sldMk cId="739979541" sldId="266"/>
            <ac:spMk id="3" creationId="{B352DCFE-B587-4CCF-A314-6E0B2E07BC88}"/>
          </ac:spMkLst>
        </pc:spChg>
        <pc:spChg chg="mod">
          <ac:chgData name="כפיר יעקובי" userId="8374c8db-8d40-48aa-9b65-9d75a8bb3258" providerId="ADAL" clId="{458EC885-B2EA-467D-853E-13557AE174ED}" dt="2026-10-13T17:30:09.738" v="2543"/>
          <ac:spMkLst>
            <pc:docMk/>
            <pc:sldMk cId="739979541" sldId="266"/>
            <ac:spMk id="4" creationId="{618FE307-E0EA-4EFF-A0BD-72964BF68DF5}"/>
          </ac:spMkLst>
        </pc:spChg>
        <pc:spChg chg="mod">
          <ac:chgData name="כפיר יעקובי" userId="8374c8db-8d40-48aa-9b65-9d75a8bb3258" providerId="ADAL" clId="{458EC885-B2EA-467D-853E-13557AE174ED}" dt="2026-10-13T17:30:09.754" v="2550"/>
          <ac:spMkLst>
            <pc:docMk/>
            <pc:sldMk cId="739979541" sldId="266"/>
            <ac:spMk id="5" creationId="{4132AB69-776F-48F3-83AC-5EB2EB5391A3}"/>
          </ac:spMkLst>
        </pc:spChg>
      </pc:sldChg>
      <pc:sldChg chg="modSp mod modTransition modAnim modNotes">
        <pc:chgData name="כפיר יעקובי" userId="8374c8db-8d40-48aa-9b65-9d75a8bb3258" providerId="ADAL" clId="{458EC885-B2EA-467D-853E-13557AE174ED}" dt="2026-10-13T17:35:24.809" v="3185" actId="20577"/>
        <pc:sldMkLst>
          <pc:docMk/>
          <pc:sldMk cId="10916564" sldId="267"/>
        </pc:sldMkLst>
        <pc:spChg chg="mod">
          <ac:chgData name="כפיר יעקובי" userId="8374c8db-8d40-48aa-9b65-9d75a8bb3258" providerId="ADAL" clId="{458EC885-B2EA-467D-853E-13557AE174ED}" dt="2026-10-13T17:30:09.789" v="2557"/>
          <ac:spMkLst>
            <pc:docMk/>
            <pc:sldMk cId="10916564" sldId="267"/>
            <ac:spMk id="2" creationId="{401DF198-00F8-40A9-916E-EDCDC13D417C}"/>
          </ac:spMkLst>
        </pc:spChg>
        <pc:spChg chg="mod">
          <ac:chgData name="כפיר יעקובי" userId="8374c8db-8d40-48aa-9b65-9d75a8bb3258" providerId="ADAL" clId="{458EC885-B2EA-467D-853E-13557AE174ED}" dt="2026-10-13T17:30:09.812" v="2564"/>
          <ac:spMkLst>
            <pc:docMk/>
            <pc:sldMk cId="10916564" sldId="267"/>
            <ac:spMk id="3" creationId="{51EE4145-624E-4F38-AAA0-718723D302E1}"/>
          </ac:spMkLst>
        </pc:spChg>
        <pc:spChg chg="mod">
          <ac:chgData name="כפיר יעקובי" userId="8374c8db-8d40-48aa-9b65-9d75a8bb3258" providerId="ADAL" clId="{458EC885-B2EA-467D-853E-13557AE174ED}" dt="2026-10-13T17:30:09.845" v="2571"/>
          <ac:spMkLst>
            <pc:docMk/>
            <pc:sldMk cId="10916564" sldId="267"/>
            <ac:spMk id="4" creationId="{AE14A637-5A84-4F5C-9B50-3F8548E2A476}"/>
          </ac:spMkLst>
        </pc:spChg>
      </pc:sldChg>
      <pc:sldChg chg="modTransition modAnim modNotes">
        <pc:chgData name="כפיר יעקובי" userId="8374c8db-8d40-48aa-9b65-9d75a8bb3258" providerId="ADAL" clId="{458EC885-B2EA-467D-853E-13557AE174ED}" dt="2026-10-13T17:35:25.033" v="3210" actId="20577"/>
        <pc:sldMkLst>
          <pc:docMk/>
          <pc:sldMk cId="1979121585" sldId="268"/>
        </pc:sldMkLst>
      </pc:sldChg>
      <pc:sldChg chg="modTransition modAnim modNotes">
        <pc:chgData name="כפיר יעקובי" userId="8374c8db-8d40-48aa-9b65-9d75a8bb3258" providerId="ADAL" clId="{458EC885-B2EA-467D-853E-13557AE174ED}" dt="2026-10-13T17:35:25.295" v="3229" actId="20577"/>
        <pc:sldMkLst>
          <pc:docMk/>
          <pc:sldMk cId="1245780093" sldId="269"/>
        </pc:sldMkLst>
      </pc:sldChg>
      <pc:sldChg chg="modSp mod modTransition modAnim modNotes">
        <pc:chgData name="כפיר יעקובי" userId="8374c8db-8d40-48aa-9b65-9d75a8bb3258" providerId="ADAL" clId="{458EC885-B2EA-467D-853E-13557AE174ED}" dt="2026-10-13T17:35:25.542" v="3260" actId="20577"/>
        <pc:sldMkLst>
          <pc:docMk/>
          <pc:sldMk cId="1080786943" sldId="270"/>
        </pc:sldMkLst>
        <pc:spChg chg="mod">
          <ac:chgData name="כפיר יעקובי" userId="8374c8db-8d40-48aa-9b65-9d75a8bb3258" providerId="ADAL" clId="{458EC885-B2EA-467D-853E-13557AE174ED}" dt="2026-10-13T17:30:09.952" v="2578"/>
          <ac:spMkLst>
            <pc:docMk/>
            <pc:sldMk cId="1080786943" sldId="270"/>
            <ac:spMk id="2" creationId="{E890BBF6-2726-4320-8DB5-8BBDBE4DA8E5}"/>
          </ac:spMkLst>
        </pc:spChg>
        <pc:spChg chg="mod">
          <ac:chgData name="כפיר יעקובי" userId="8374c8db-8d40-48aa-9b65-9d75a8bb3258" providerId="ADAL" clId="{458EC885-B2EA-467D-853E-13557AE174ED}" dt="2026-10-13T17:30:09.972" v="2585"/>
          <ac:spMkLst>
            <pc:docMk/>
            <pc:sldMk cId="1080786943" sldId="270"/>
            <ac:spMk id="3" creationId="{EC145327-5C0E-448B-A415-2B16DE83D5E2}"/>
          </ac:spMkLst>
        </pc:spChg>
        <pc:spChg chg="mod">
          <ac:chgData name="כפיר יעקובי" userId="8374c8db-8d40-48aa-9b65-9d75a8bb3258" providerId="ADAL" clId="{458EC885-B2EA-467D-853E-13557AE174ED}" dt="2026-10-13T17:30:09.984" v="2592"/>
          <ac:spMkLst>
            <pc:docMk/>
            <pc:sldMk cId="1080786943" sldId="270"/>
            <ac:spMk id="4" creationId="{2D6B96FE-7DA3-4851-856A-22E1F73F798B}"/>
          </ac:spMkLst>
        </pc:spChg>
      </pc:sldChg>
      <pc:sldChg chg="modTransition modAnim modNotes">
        <pc:chgData name="כפיר יעקובי" userId="8374c8db-8d40-48aa-9b65-9d75a8bb3258" providerId="ADAL" clId="{458EC885-B2EA-467D-853E-13557AE174ED}" dt="2026-10-13T17:35:26.074" v="3285" actId="20577"/>
        <pc:sldMkLst>
          <pc:docMk/>
          <pc:sldMk cId="1720201036" sldId="271"/>
        </pc:sldMkLst>
      </pc:sldChg>
      <pc:sldChg chg="modSp mod modTransition modAnim modNotes">
        <pc:chgData name="כפיר יעקובי" userId="8374c8db-8d40-48aa-9b65-9d75a8bb3258" providerId="ADAL" clId="{458EC885-B2EA-467D-853E-13557AE174ED}" dt="2026-10-13T17:35:26.350" v="3316" actId="20577"/>
        <pc:sldMkLst>
          <pc:docMk/>
          <pc:sldMk cId="1036582108" sldId="272"/>
        </pc:sldMkLst>
        <pc:spChg chg="mod">
          <ac:chgData name="כפיר יעקובי" userId="8374c8db-8d40-48aa-9b65-9d75a8bb3258" providerId="ADAL" clId="{458EC885-B2EA-467D-853E-13557AE174ED}" dt="2026-10-13T17:30:10.044" v="2599"/>
          <ac:spMkLst>
            <pc:docMk/>
            <pc:sldMk cId="1036582108" sldId="272"/>
            <ac:spMk id="2" creationId="{32468D05-9D7D-4DD7-9685-65175C67F210}"/>
          </ac:spMkLst>
        </pc:spChg>
        <pc:spChg chg="mod">
          <ac:chgData name="כפיר יעקובי" userId="8374c8db-8d40-48aa-9b65-9d75a8bb3258" providerId="ADAL" clId="{458EC885-B2EA-467D-853E-13557AE174ED}" dt="2026-10-13T17:30:10.056" v="2606"/>
          <ac:spMkLst>
            <pc:docMk/>
            <pc:sldMk cId="1036582108" sldId="272"/>
            <ac:spMk id="3" creationId="{D4B9E876-1CFA-40AA-A675-36753B991955}"/>
          </ac:spMkLst>
        </pc:spChg>
        <pc:spChg chg="mod">
          <ac:chgData name="כפיר יעקובי" userId="8374c8db-8d40-48aa-9b65-9d75a8bb3258" providerId="ADAL" clId="{458EC885-B2EA-467D-853E-13557AE174ED}" dt="2026-10-13T17:30:10.056" v="2613"/>
          <ac:spMkLst>
            <pc:docMk/>
            <pc:sldMk cId="1036582108" sldId="272"/>
            <ac:spMk id="4" creationId="{3E1F2952-3161-4B3A-A08A-60F4DEA3D01C}"/>
          </ac:spMkLst>
        </pc:spChg>
      </pc:sldChg>
      <pc:sldChg chg="modSp mod modTransition modAnim modNotes">
        <pc:chgData name="כפיר יעקובי" userId="8374c8db-8d40-48aa-9b65-9d75a8bb3258" providerId="ADAL" clId="{458EC885-B2EA-467D-853E-13557AE174ED}" dt="2026-10-13T17:35:26.550" v="3347" actId="20577"/>
        <pc:sldMkLst>
          <pc:docMk/>
          <pc:sldMk cId="860985039" sldId="273"/>
        </pc:sldMkLst>
        <pc:spChg chg="mod">
          <ac:chgData name="כפיר יעקובי" userId="8374c8db-8d40-48aa-9b65-9d75a8bb3258" providerId="ADAL" clId="{458EC885-B2EA-467D-853E-13557AE174ED}" dt="2026-10-13T17:30:10.089" v="2620"/>
          <ac:spMkLst>
            <pc:docMk/>
            <pc:sldMk cId="860985039" sldId="273"/>
            <ac:spMk id="2" creationId="{DC523A37-651A-4CE0-90D7-E36AAED6719B}"/>
          </ac:spMkLst>
        </pc:spChg>
        <pc:spChg chg="mod">
          <ac:chgData name="כפיר יעקובי" userId="8374c8db-8d40-48aa-9b65-9d75a8bb3258" providerId="ADAL" clId="{458EC885-B2EA-467D-853E-13557AE174ED}" dt="2026-10-13T17:30:10.104" v="2627"/>
          <ac:spMkLst>
            <pc:docMk/>
            <pc:sldMk cId="860985039" sldId="273"/>
            <ac:spMk id="3" creationId="{31EF55BA-A95E-46C0-B37E-18DCCB640670}"/>
          </ac:spMkLst>
        </pc:spChg>
        <pc:spChg chg="mod">
          <ac:chgData name="כפיר יעקובי" userId="8374c8db-8d40-48aa-9b65-9d75a8bb3258" providerId="ADAL" clId="{458EC885-B2EA-467D-853E-13557AE174ED}" dt="2026-10-13T17:30:10.116" v="2634"/>
          <ac:spMkLst>
            <pc:docMk/>
            <pc:sldMk cId="860985039" sldId="273"/>
            <ac:spMk id="4" creationId="{7669889C-F007-4DE4-8B99-BDCA5F6257F1}"/>
          </ac:spMkLst>
        </pc:spChg>
      </pc:sldChg>
      <pc:sldChg chg="modTransition modAnim modNotes">
        <pc:chgData name="כפיר יעקובי" userId="8374c8db-8d40-48aa-9b65-9d75a8bb3258" providerId="ADAL" clId="{458EC885-B2EA-467D-853E-13557AE174ED}" dt="2026-10-13T17:35:26.806" v="3366" actId="20577"/>
        <pc:sldMkLst>
          <pc:docMk/>
          <pc:sldMk cId="1242234760" sldId="274"/>
        </pc:sldMkLst>
      </pc:sldChg>
      <pc:sldChg chg="modTransition modAnim modNotes">
        <pc:chgData name="כפיר יעקובי" userId="8374c8db-8d40-48aa-9b65-9d75a8bb3258" providerId="ADAL" clId="{458EC885-B2EA-467D-853E-13557AE174ED}" dt="2026-10-13T17:35:27.061" v="3391" actId="20577"/>
        <pc:sldMkLst>
          <pc:docMk/>
          <pc:sldMk cId="578947511" sldId="275"/>
        </pc:sldMkLst>
      </pc:sldChg>
      <pc:sldChg chg="modSp mod modTransition modAnim modNotes">
        <pc:chgData name="כפיר יעקובי" userId="8374c8db-8d40-48aa-9b65-9d75a8bb3258" providerId="ADAL" clId="{458EC885-B2EA-467D-853E-13557AE174ED}" dt="2026-10-13T17:35:27.367" v="3422" actId="20577"/>
        <pc:sldMkLst>
          <pc:docMk/>
          <pc:sldMk cId="1247482181" sldId="276"/>
        </pc:sldMkLst>
        <pc:spChg chg="mod">
          <ac:chgData name="כפיר יעקובי" userId="8374c8db-8d40-48aa-9b65-9d75a8bb3258" providerId="ADAL" clId="{458EC885-B2EA-467D-853E-13557AE174ED}" dt="2026-10-13T17:30:10.198" v="2641"/>
          <ac:spMkLst>
            <pc:docMk/>
            <pc:sldMk cId="1247482181" sldId="276"/>
            <ac:spMk id="2" creationId="{556BD1FD-2103-408D-AA0D-280D737972FD}"/>
          </ac:spMkLst>
        </pc:spChg>
        <pc:spChg chg="mod">
          <ac:chgData name="כפיר יעקובי" userId="8374c8db-8d40-48aa-9b65-9d75a8bb3258" providerId="ADAL" clId="{458EC885-B2EA-467D-853E-13557AE174ED}" dt="2026-10-13T17:30:10.217" v="2648"/>
          <ac:spMkLst>
            <pc:docMk/>
            <pc:sldMk cId="1247482181" sldId="276"/>
            <ac:spMk id="3" creationId="{F30BD234-45EA-4384-8F63-5959BE006D3B}"/>
          </ac:spMkLst>
        </pc:spChg>
        <pc:spChg chg="mod">
          <ac:chgData name="כפיר יעקובי" userId="8374c8db-8d40-48aa-9b65-9d75a8bb3258" providerId="ADAL" clId="{458EC885-B2EA-467D-853E-13557AE174ED}" dt="2026-10-13T17:30:10.227" v="2655"/>
          <ac:spMkLst>
            <pc:docMk/>
            <pc:sldMk cId="1247482181" sldId="276"/>
            <ac:spMk id="4" creationId="{69BE3D16-D417-4E1C-A22E-EF0D69619F33}"/>
          </ac:spMkLst>
        </pc:spChg>
      </pc:sldChg>
      <pc:sldChg chg="modSp mod modTransition modAnim modNotes">
        <pc:chgData name="כפיר יעקובי" userId="8374c8db-8d40-48aa-9b65-9d75a8bb3258" providerId="ADAL" clId="{458EC885-B2EA-467D-853E-13557AE174ED}" dt="2026-10-13T17:35:28.085" v="3453" actId="20577"/>
        <pc:sldMkLst>
          <pc:docMk/>
          <pc:sldMk cId="185352903" sldId="277"/>
        </pc:sldMkLst>
        <pc:spChg chg="mod">
          <ac:chgData name="כפיר יעקובי" userId="8374c8db-8d40-48aa-9b65-9d75a8bb3258" providerId="ADAL" clId="{458EC885-B2EA-467D-853E-13557AE174ED}" dt="2026-10-13T17:30:10.275" v="2660"/>
          <ac:spMkLst>
            <pc:docMk/>
            <pc:sldMk cId="185352903" sldId="277"/>
            <ac:spMk id="4" creationId="{7412F22C-EB5B-46B6-82E6-31A12DF7C3F7}"/>
          </ac:spMkLst>
        </pc:spChg>
      </pc:sldChg>
      <pc:sldChg chg="modSp mod modTransition modAnim modNotes">
        <pc:chgData name="כפיר יעקובי" userId="8374c8db-8d40-48aa-9b65-9d75a8bb3258" providerId="ADAL" clId="{458EC885-B2EA-467D-853E-13557AE174ED}" dt="2026-10-13T17:35:28.283" v="3484" actId="20577"/>
        <pc:sldMkLst>
          <pc:docMk/>
          <pc:sldMk cId="676310225" sldId="278"/>
        </pc:sldMkLst>
        <pc:spChg chg="mod">
          <ac:chgData name="כפיר יעקובי" userId="8374c8db-8d40-48aa-9b65-9d75a8bb3258" providerId="ADAL" clId="{458EC885-B2EA-467D-853E-13557AE174ED}" dt="2026-10-13T17:30:10.315" v="2667"/>
          <ac:spMkLst>
            <pc:docMk/>
            <pc:sldMk cId="676310225" sldId="278"/>
            <ac:spMk id="2" creationId="{B3B1CAA1-B487-4026-82C9-9AD6713A9719}"/>
          </ac:spMkLst>
        </pc:spChg>
        <pc:spChg chg="mod">
          <ac:chgData name="כפיר יעקובי" userId="8374c8db-8d40-48aa-9b65-9d75a8bb3258" providerId="ADAL" clId="{458EC885-B2EA-467D-853E-13557AE174ED}" dt="2026-10-13T17:30:10.330" v="2674"/>
          <ac:spMkLst>
            <pc:docMk/>
            <pc:sldMk cId="676310225" sldId="278"/>
            <ac:spMk id="3" creationId="{85DDD905-403A-4A13-9C03-09B55F0A2B9A}"/>
          </ac:spMkLst>
        </pc:spChg>
        <pc:spChg chg="mod">
          <ac:chgData name="כפיר יעקובי" userId="8374c8db-8d40-48aa-9b65-9d75a8bb3258" providerId="ADAL" clId="{458EC885-B2EA-467D-853E-13557AE174ED}" dt="2026-10-13T17:30:10.345" v="2681"/>
          <ac:spMkLst>
            <pc:docMk/>
            <pc:sldMk cId="676310225" sldId="278"/>
            <ac:spMk id="4" creationId="{546E52E3-3CF9-43DF-9EBE-148BB47B8111}"/>
          </ac:spMkLst>
        </pc:spChg>
      </pc:sldChg>
      <pc:sldChg chg="modSp mod modTransition modAnim modNotes">
        <pc:chgData name="כפיר יעקובי" userId="8374c8db-8d40-48aa-9b65-9d75a8bb3258" providerId="ADAL" clId="{458EC885-B2EA-467D-853E-13557AE174ED}" dt="2026-10-13T17:35:28.521" v="3515" actId="20577"/>
        <pc:sldMkLst>
          <pc:docMk/>
          <pc:sldMk cId="650982410" sldId="279"/>
        </pc:sldMkLst>
        <pc:spChg chg="mod">
          <ac:chgData name="כפיר יעקובי" userId="8374c8db-8d40-48aa-9b65-9d75a8bb3258" providerId="ADAL" clId="{458EC885-B2EA-467D-853E-13557AE174ED}" dt="2026-10-13T17:30:10.560" v="2688"/>
          <ac:spMkLst>
            <pc:docMk/>
            <pc:sldMk cId="650982410" sldId="279"/>
            <ac:spMk id="2" creationId="{61721041-CD2B-4123-8291-BFDFB38233C7}"/>
          </ac:spMkLst>
        </pc:spChg>
        <pc:spChg chg="mod">
          <ac:chgData name="כפיר יעקובי" userId="8374c8db-8d40-48aa-9b65-9d75a8bb3258" providerId="ADAL" clId="{458EC885-B2EA-467D-853E-13557AE174ED}" dt="2026-10-13T17:30:10.573" v="2695"/>
          <ac:spMkLst>
            <pc:docMk/>
            <pc:sldMk cId="650982410" sldId="279"/>
            <ac:spMk id="3" creationId="{1EF80665-498A-4F10-A195-E68D60687AE7}"/>
          </ac:spMkLst>
        </pc:spChg>
        <pc:spChg chg="mod">
          <ac:chgData name="כפיר יעקובי" userId="8374c8db-8d40-48aa-9b65-9d75a8bb3258" providerId="ADAL" clId="{458EC885-B2EA-467D-853E-13557AE174ED}" dt="2026-10-13T17:30:10.588" v="2702"/>
          <ac:spMkLst>
            <pc:docMk/>
            <pc:sldMk cId="650982410" sldId="279"/>
            <ac:spMk id="4" creationId="{BC8D6001-6EE1-4C4E-B0EB-41F9F93633E9}"/>
          </ac:spMkLst>
        </pc:spChg>
      </pc:sldChg>
      <pc:sldChg chg="modSp mod modTransition modAnim modNotes">
        <pc:chgData name="כפיר יעקובי" userId="8374c8db-8d40-48aa-9b65-9d75a8bb3258" providerId="ADAL" clId="{458EC885-B2EA-467D-853E-13557AE174ED}" dt="2026-10-13T17:35:28.880" v="3546" actId="20577"/>
        <pc:sldMkLst>
          <pc:docMk/>
          <pc:sldMk cId="450423080" sldId="280"/>
        </pc:sldMkLst>
        <pc:spChg chg="mod">
          <ac:chgData name="כפיר יעקובי" userId="8374c8db-8d40-48aa-9b65-9d75a8bb3258" providerId="ADAL" clId="{458EC885-B2EA-467D-853E-13557AE174ED}" dt="2026-10-13T17:30:10.606" v="2709"/>
          <ac:spMkLst>
            <pc:docMk/>
            <pc:sldMk cId="450423080" sldId="280"/>
            <ac:spMk id="2" creationId="{3857911F-D3F7-401D-AF03-544B93B09701}"/>
          </ac:spMkLst>
        </pc:spChg>
        <pc:spChg chg="mod">
          <ac:chgData name="כפיר יעקובי" userId="8374c8db-8d40-48aa-9b65-9d75a8bb3258" providerId="ADAL" clId="{458EC885-B2EA-467D-853E-13557AE174ED}" dt="2026-10-13T17:30:10.622" v="2716"/>
          <ac:spMkLst>
            <pc:docMk/>
            <pc:sldMk cId="450423080" sldId="280"/>
            <ac:spMk id="3" creationId="{8B603ED9-CD37-487B-879F-39AFFA0ACC32}"/>
          </ac:spMkLst>
        </pc:spChg>
        <pc:spChg chg="mod">
          <ac:chgData name="כפיר יעקובי" userId="8374c8db-8d40-48aa-9b65-9d75a8bb3258" providerId="ADAL" clId="{458EC885-B2EA-467D-853E-13557AE174ED}" dt="2026-10-13T17:30:10.640" v="2723"/>
          <ac:spMkLst>
            <pc:docMk/>
            <pc:sldMk cId="450423080" sldId="280"/>
            <ac:spMk id="4" creationId="{07EE92FA-C496-49F3-AFDF-738689763C07}"/>
          </ac:spMkLst>
        </pc:spChg>
      </pc:sldChg>
      <pc:sldChg chg="modSp mod modTransition modAnim modNotes">
        <pc:chgData name="כפיר יעקובי" userId="8374c8db-8d40-48aa-9b65-9d75a8bb3258" providerId="ADAL" clId="{458EC885-B2EA-467D-853E-13557AE174ED}" dt="2026-10-13T17:35:29.083" v="3565" actId="20577"/>
        <pc:sldMkLst>
          <pc:docMk/>
          <pc:sldMk cId="1086081272" sldId="281"/>
        </pc:sldMkLst>
        <pc:spChg chg="mod">
          <ac:chgData name="כפיר יעקובי" userId="8374c8db-8d40-48aa-9b65-9d75a8bb3258" providerId="ADAL" clId="{458EC885-B2EA-467D-853E-13557AE174ED}" dt="2026-10-13T17:30:10.667" v="2728"/>
          <ac:spMkLst>
            <pc:docMk/>
            <pc:sldMk cId="1086081272" sldId="281"/>
            <ac:spMk id="2" creationId="{63AF0C96-6D0D-40C3-B8D5-4FECA21F5D8F}"/>
          </ac:spMkLst>
        </pc:spChg>
      </pc:sldChg>
      <pc:sldChg chg="modTransition modAnim modNotes">
        <pc:chgData name="כפיר יעקובי" userId="8374c8db-8d40-48aa-9b65-9d75a8bb3258" providerId="ADAL" clId="{458EC885-B2EA-467D-853E-13557AE174ED}" dt="2026-10-13T17:35:29.326" v="3590" actId="20577"/>
        <pc:sldMkLst>
          <pc:docMk/>
          <pc:sldMk cId="1778386015" sldId="282"/>
        </pc:sldMkLst>
      </pc:sldChg>
      <pc:sldChg chg="modSp mod modTransition modAnim modNotes">
        <pc:chgData name="כפיר יעקובי" userId="8374c8db-8d40-48aa-9b65-9d75a8bb3258" providerId="ADAL" clId="{458EC885-B2EA-467D-853E-13557AE174ED}" dt="2026-10-13T17:35:29.505" v="3609" actId="20577"/>
        <pc:sldMkLst>
          <pc:docMk/>
          <pc:sldMk cId="100904281" sldId="283"/>
        </pc:sldMkLst>
        <pc:spChg chg="mod">
          <ac:chgData name="כפיר יעקובי" userId="8374c8db-8d40-48aa-9b65-9d75a8bb3258" providerId="ADAL" clId="{458EC885-B2EA-467D-853E-13557AE174ED}" dt="2026-10-13T17:30:10.711" v="2733"/>
          <ac:spMkLst>
            <pc:docMk/>
            <pc:sldMk cId="100904281" sldId="283"/>
            <ac:spMk id="2" creationId="{FCF45029-24E7-460C-B7B5-11C849D96363}"/>
          </ac:spMkLst>
        </pc:spChg>
      </pc:sldChg>
      <pc:sldChg chg="modSp modTransition modAnim modNotes">
        <pc:chgData name="כפיר יעקובי" userId="8374c8db-8d40-48aa-9b65-9d75a8bb3258" providerId="ADAL" clId="{458EC885-B2EA-467D-853E-13557AE174ED}" dt="2026-10-13T17:35:29.764" v="3640" actId="20577"/>
        <pc:sldMkLst>
          <pc:docMk/>
          <pc:sldMk cId="299768059" sldId="284"/>
        </pc:sldMkLst>
        <pc:spChg chg="mod">
          <ac:chgData name="כפיר יעקובי" userId="8374c8db-8d40-48aa-9b65-9d75a8bb3258" providerId="ADAL" clId="{458EC885-B2EA-467D-853E-13557AE174ED}" dt="2026-10-13T17:30:11.222" v="2734"/>
          <ac:spMkLst>
            <pc:docMk/>
            <pc:sldMk cId="299768059" sldId="284"/>
            <ac:spMk id="6" creationId="{A0A94A5E-B383-4E9A-AE11-7AFC5F27155E}"/>
          </ac:spMkLst>
        </pc:spChg>
      </pc:sldChg>
      <pc:sldChg chg="modSp mod modTransition modAnim modNotes">
        <pc:chgData name="כפיר יעקובי" userId="8374c8db-8d40-48aa-9b65-9d75a8bb3258" providerId="ADAL" clId="{458EC885-B2EA-467D-853E-13557AE174ED}" dt="2026-10-13T17:35:30.154" v="3671" actId="20577"/>
        <pc:sldMkLst>
          <pc:docMk/>
          <pc:sldMk cId="316505097" sldId="285"/>
        </pc:sldMkLst>
        <pc:spChg chg="mod">
          <ac:chgData name="כפיר יעקובי" userId="8374c8db-8d40-48aa-9b65-9d75a8bb3258" providerId="ADAL" clId="{458EC885-B2EA-467D-853E-13557AE174ED}" dt="2026-10-13T17:30:11.280" v="2741"/>
          <ac:spMkLst>
            <pc:docMk/>
            <pc:sldMk cId="316505097" sldId="285"/>
            <ac:spMk id="2" creationId="{8E0EB6E0-387C-46BA-838D-7CA7FE850969}"/>
          </ac:spMkLst>
        </pc:spChg>
        <pc:spChg chg="mod">
          <ac:chgData name="כפיר יעקובי" userId="8374c8db-8d40-48aa-9b65-9d75a8bb3258" providerId="ADAL" clId="{458EC885-B2EA-467D-853E-13557AE174ED}" dt="2026-10-13T17:30:11.299" v="2748"/>
          <ac:spMkLst>
            <pc:docMk/>
            <pc:sldMk cId="316505097" sldId="285"/>
            <ac:spMk id="3" creationId="{4FA470AF-510D-4FEC-9058-F5A59C42D63A}"/>
          </ac:spMkLst>
        </pc:spChg>
        <pc:spChg chg="mod">
          <ac:chgData name="כפיר יעקובי" userId="8374c8db-8d40-48aa-9b65-9d75a8bb3258" providerId="ADAL" clId="{458EC885-B2EA-467D-853E-13557AE174ED}" dt="2026-10-13T17:30:11.313" v="2755"/>
          <ac:spMkLst>
            <pc:docMk/>
            <pc:sldMk cId="316505097" sldId="285"/>
            <ac:spMk id="4" creationId="{FFC933F3-3DE2-4D16-9008-4E0B27158DFF}"/>
          </ac:spMkLst>
        </pc:spChg>
      </pc:sldChg>
      <pc:sldChg chg="modSp mod modTransition modAnim modNotes">
        <pc:chgData name="כפיר יעקובי" userId="8374c8db-8d40-48aa-9b65-9d75a8bb3258" providerId="ADAL" clId="{458EC885-B2EA-467D-853E-13557AE174ED}" dt="2026-10-13T17:35:30.516" v="3702" actId="20577"/>
        <pc:sldMkLst>
          <pc:docMk/>
          <pc:sldMk cId="772190809" sldId="286"/>
        </pc:sldMkLst>
        <pc:spChg chg="mod">
          <ac:chgData name="כפיר יעקובי" userId="8374c8db-8d40-48aa-9b65-9d75a8bb3258" providerId="ADAL" clId="{458EC885-B2EA-467D-853E-13557AE174ED}" dt="2026-10-13T17:30:11.345" v="2760"/>
          <ac:spMkLst>
            <pc:docMk/>
            <pc:sldMk cId="772190809" sldId="286"/>
            <ac:spMk id="4" creationId="{77DF5084-B955-498A-BFED-BD15F0CD9C25}"/>
          </ac:spMkLst>
        </pc:spChg>
      </pc:sldChg>
      <pc:sldChg chg="modSp mod modTransition modAnim modNotes">
        <pc:chgData name="כפיר יעקובי" userId="8374c8db-8d40-48aa-9b65-9d75a8bb3258" providerId="ADAL" clId="{458EC885-B2EA-467D-853E-13557AE174ED}" dt="2026-10-13T17:35:30.750" v="3721" actId="20577"/>
        <pc:sldMkLst>
          <pc:docMk/>
          <pc:sldMk cId="2018877064" sldId="287"/>
        </pc:sldMkLst>
        <pc:spChg chg="mod">
          <ac:chgData name="כפיר יעקובי" userId="8374c8db-8d40-48aa-9b65-9d75a8bb3258" providerId="ADAL" clId="{458EC885-B2EA-467D-853E-13557AE174ED}" dt="2026-10-13T17:30:11.377" v="2765"/>
          <ac:spMkLst>
            <pc:docMk/>
            <pc:sldMk cId="2018877064" sldId="287"/>
            <ac:spMk id="2" creationId="{A36A0F43-120F-4FFF-85E1-619F477986E8}"/>
          </ac:spMkLst>
        </pc:spChg>
      </pc:sldChg>
      <pc:sldChg chg="modTransition modAnim modNotes">
        <pc:chgData name="כפיר יעקובי" userId="8374c8db-8d40-48aa-9b65-9d75a8bb3258" providerId="ADAL" clId="{458EC885-B2EA-467D-853E-13557AE174ED}" dt="2026-10-13T17:35:30.947" v="3752" actId="20577"/>
        <pc:sldMkLst>
          <pc:docMk/>
          <pc:sldMk cId="340997251" sldId="288"/>
        </pc:sldMkLst>
      </pc:sldChg>
      <pc:sldChg chg="modTransition modAnim modNotes">
        <pc:chgData name="כפיר יעקובי" userId="8374c8db-8d40-48aa-9b65-9d75a8bb3258" providerId="ADAL" clId="{458EC885-B2EA-467D-853E-13557AE174ED}" dt="2026-10-13T17:35:31.180" v="3801" actId="20577"/>
        <pc:sldMkLst>
          <pc:docMk/>
          <pc:sldMk cId="651986325" sldId="289"/>
        </pc:sldMkLst>
      </pc:sldChg>
      <pc:sldChg chg="modTransition modAnim modNotes">
        <pc:chgData name="כפיר יעקובי" userId="8374c8db-8d40-48aa-9b65-9d75a8bb3258" providerId="ADAL" clId="{458EC885-B2EA-467D-853E-13557AE174ED}" dt="2026-10-13T17:35:31.487" v="3826" actId="20577"/>
        <pc:sldMkLst>
          <pc:docMk/>
          <pc:sldMk cId="1106101734" sldId="290"/>
        </pc:sldMkLst>
      </pc:sldChg>
      <pc:sldChg chg="modSp mod modTransition modAnim modNotes">
        <pc:chgData name="כפיר יעקובי" userId="8374c8db-8d40-48aa-9b65-9d75a8bb3258" providerId="ADAL" clId="{458EC885-B2EA-467D-853E-13557AE174ED}" dt="2026-10-13T17:35:31.806" v="3845" actId="20577"/>
        <pc:sldMkLst>
          <pc:docMk/>
          <pc:sldMk cId="557334923" sldId="291"/>
        </pc:sldMkLst>
        <pc:spChg chg="mod">
          <ac:chgData name="כפיר יעקובי" userId="8374c8db-8d40-48aa-9b65-9d75a8bb3258" providerId="ADAL" clId="{458EC885-B2EA-467D-853E-13557AE174ED}" dt="2026-10-13T17:30:11.482" v="2770"/>
          <ac:spMkLst>
            <pc:docMk/>
            <pc:sldMk cId="557334923" sldId="291"/>
            <ac:spMk id="2" creationId="{D0C0695C-39F8-40B1-9D23-30A275AEB06E}"/>
          </ac:spMkLst>
        </pc:spChg>
      </pc:sldChg>
      <pc:sldChg chg="modSp mod modTransition modAnim modNotes">
        <pc:chgData name="כפיר יעקובי" userId="8374c8db-8d40-48aa-9b65-9d75a8bb3258" providerId="ADAL" clId="{458EC885-B2EA-467D-853E-13557AE174ED}" dt="2026-10-13T17:35:32.301" v="3876" actId="20577"/>
        <pc:sldMkLst>
          <pc:docMk/>
          <pc:sldMk cId="322527719" sldId="292"/>
        </pc:sldMkLst>
        <pc:spChg chg="mod">
          <ac:chgData name="כפיר יעקובי" userId="8374c8db-8d40-48aa-9b65-9d75a8bb3258" providerId="ADAL" clId="{458EC885-B2EA-467D-853E-13557AE174ED}" dt="2026-10-13T17:30:11.524" v="2775"/>
          <ac:spMkLst>
            <pc:docMk/>
            <pc:sldMk cId="322527719" sldId="292"/>
            <ac:spMk id="4" creationId="{46E9693A-E49F-4682-9645-2EE44BB02175}"/>
          </ac:spMkLst>
        </pc:spChg>
      </pc:sldChg>
      <pc:sldChg chg="modSp mod modTransition modAnim modNotes">
        <pc:chgData name="כפיר יעקובי" userId="8374c8db-8d40-48aa-9b65-9d75a8bb3258" providerId="ADAL" clId="{458EC885-B2EA-467D-853E-13557AE174ED}" dt="2026-10-13T17:35:32.504" v="3907" actId="20577"/>
        <pc:sldMkLst>
          <pc:docMk/>
          <pc:sldMk cId="613001516" sldId="293"/>
        </pc:sldMkLst>
        <pc:spChg chg="mod">
          <ac:chgData name="כפיר יעקובי" userId="8374c8db-8d40-48aa-9b65-9d75a8bb3258" providerId="ADAL" clId="{458EC885-B2EA-467D-853E-13557AE174ED}" dt="2026-10-13T17:30:11.560" v="2782"/>
          <ac:spMkLst>
            <pc:docMk/>
            <pc:sldMk cId="613001516" sldId="293"/>
            <ac:spMk id="2" creationId="{E0F6363B-7A4A-4047-8DA6-526B548AC831}"/>
          </ac:spMkLst>
        </pc:spChg>
        <pc:spChg chg="mod">
          <ac:chgData name="כפיר יעקובי" userId="8374c8db-8d40-48aa-9b65-9d75a8bb3258" providerId="ADAL" clId="{458EC885-B2EA-467D-853E-13557AE174ED}" dt="2026-10-13T17:30:11.577" v="2789"/>
          <ac:spMkLst>
            <pc:docMk/>
            <pc:sldMk cId="613001516" sldId="293"/>
            <ac:spMk id="3" creationId="{34F75ABB-DEEE-404A-A3DE-EF7A454FCAFA}"/>
          </ac:spMkLst>
        </pc:spChg>
        <pc:spChg chg="mod">
          <ac:chgData name="כפיר יעקובי" userId="8374c8db-8d40-48aa-9b65-9d75a8bb3258" providerId="ADAL" clId="{458EC885-B2EA-467D-853E-13557AE174ED}" dt="2026-10-13T17:30:11.589" v="2796"/>
          <ac:spMkLst>
            <pc:docMk/>
            <pc:sldMk cId="613001516" sldId="293"/>
            <ac:spMk id="4" creationId="{9B70B934-DE9A-45DC-BFDF-FC1167D15894}"/>
          </ac:spMkLst>
        </pc:spChg>
      </pc:sldChg>
      <pc:sldChg chg="modSp mod modTransition modAnim modNotes">
        <pc:chgData name="כפיר יעקובי" userId="8374c8db-8d40-48aa-9b65-9d75a8bb3258" providerId="ADAL" clId="{458EC885-B2EA-467D-853E-13557AE174ED}" dt="2026-10-13T17:35:32.719" v="3926" actId="20577"/>
        <pc:sldMkLst>
          <pc:docMk/>
          <pc:sldMk cId="239363443" sldId="294"/>
        </pc:sldMkLst>
        <pc:spChg chg="mod">
          <ac:chgData name="כפיר יעקובי" userId="8374c8db-8d40-48aa-9b65-9d75a8bb3258" providerId="ADAL" clId="{458EC885-B2EA-467D-853E-13557AE174ED}" dt="2026-10-13T17:30:11.622" v="2801"/>
          <ac:spMkLst>
            <pc:docMk/>
            <pc:sldMk cId="239363443" sldId="294"/>
            <ac:spMk id="2" creationId="{F50F0A67-86D4-4BB3-AF00-F0AC1D735A96}"/>
          </ac:spMkLst>
        </pc:spChg>
      </pc:sldChg>
      <pc:sldChg chg="modTransition modAnim modNotes">
        <pc:chgData name="כפיר יעקובי" userId="8374c8db-8d40-48aa-9b65-9d75a8bb3258" providerId="ADAL" clId="{458EC885-B2EA-467D-853E-13557AE174ED}" dt="2026-10-13T17:35:33.349" v="3957" actId="20577"/>
        <pc:sldMkLst>
          <pc:docMk/>
          <pc:sldMk cId="100253022" sldId="295"/>
        </pc:sldMkLst>
      </pc:sldChg>
      <pc:sldChg chg="modSp mod modTransition modAnim modNotes">
        <pc:chgData name="כפיר יעקובי" userId="8374c8db-8d40-48aa-9b65-9d75a8bb3258" providerId="ADAL" clId="{458EC885-B2EA-467D-853E-13557AE174ED}" dt="2026-10-13T17:35:33.591" v="3976" actId="20577"/>
        <pc:sldMkLst>
          <pc:docMk/>
          <pc:sldMk cId="1672873167" sldId="296"/>
        </pc:sldMkLst>
        <pc:spChg chg="mod">
          <ac:chgData name="כפיר יעקובי" userId="8374c8db-8d40-48aa-9b65-9d75a8bb3258" providerId="ADAL" clId="{458EC885-B2EA-467D-853E-13557AE174ED}" dt="2026-10-13T17:30:11.671" v="2806"/>
          <ac:spMkLst>
            <pc:docMk/>
            <pc:sldMk cId="1672873167" sldId="296"/>
            <ac:spMk id="2" creationId="{25AD604D-8C9A-4335-B2AE-F0C0952DAA9E}"/>
          </ac:spMkLst>
        </pc:spChg>
      </pc:sldChg>
      <pc:sldChg chg="modSp mod modTransition modAnim modNotes">
        <pc:chgData name="כפיר יעקובי" userId="8374c8db-8d40-48aa-9b65-9d75a8bb3258" providerId="ADAL" clId="{458EC885-B2EA-467D-853E-13557AE174ED}" dt="2026-10-13T17:35:34.046" v="4007" actId="20577"/>
        <pc:sldMkLst>
          <pc:docMk/>
          <pc:sldMk cId="2061802296" sldId="297"/>
        </pc:sldMkLst>
        <pc:spChg chg="mod">
          <ac:chgData name="כפיר יעקובי" userId="8374c8db-8d40-48aa-9b65-9d75a8bb3258" providerId="ADAL" clId="{458EC885-B2EA-467D-853E-13557AE174ED}" dt="2026-10-13T17:30:11.705" v="2811"/>
          <ac:spMkLst>
            <pc:docMk/>
            <pc:sldMk cId="2061802296" sldId="297"/>
            <ac:spMk id="4" creationId="{2A15D781-C378-428B-9D20-27BAAC6140B5}"/>
          </ac:spMkLst>
        </pc:spChg>
      </pc:sldChg>
      <pc:sldChg chg="modSp mod modTransition modAnim modNotes">
        <pc:chgData name="כפיר יעקובי" userId="8374c8db-8d40-48aa-9b65-9d75a8bb3258" providerId="ADAL" clId="{458EC885-B2EA-467D-853E-13557AE174ED}" dt="2026-10-13T17:35:34.446" v="4038" actId="20577"/>
        <pc:sldMkLst>
          <pc:docMk/>
          <pc:sldMk cId="113246015" sldId="298"/>
        </pc:sldMkLst>
        <pc:spChg chg="mod">
          <ac:chgData name="כפיר יעקובי" userId="8374c8db-8d40-48aa-9b65-9d75a8bb3258" providerId="ADAL" clId="{458EC885-B2EA-467D-853E-13557AE174ED}" dt="2026-10-13T17:30:11.744" v="2816"/>
          <ac:spMkLst>
            <pc:docMk/>
            <pc:sldMk cId="113246015" sldId="298"/>
            <ac:spMk id="4" creationId="{643F392A-7EE0-43C4-A05C-E949EBAB0AE8}"/>
          </ac:spMkLst>
        </pc:spChg>
      </pc:sldChg>
      <pc:sldChg chg="modSp mod modTransition modAnim modNotes">
        <pc:chgData name="כפיר יעקובי" userId="8374c8db-8d40-48aa-9b65-9d75a8bb3258" providerId="ADAL" clId="{458EC885-B2EA-467D-853E-13557AE174ED}" dt="2026-10-13T17:35:34.667" v="4057" actId="20577"/>
        <pc:sldMkLst>
          <pc:docMk/>
          <pc:sldMk cId="1066857095" sldId="299"/>
        </pc:sldMkLst>
        <pc:spChg chg="mod">
          <ac:chgData name="כפיר יעקובי" userId="8374c8db-8d40-48aa-9b65-9d75a8bb3258" providerId="ADAL" clId="{458EC885-B2EA-467D-853E-13557AE174ED}" dt="2026-10-13T17:30:11.786" v="2821"/>
          <ac:spMkLst>
            <pc:docMk/>
            <pc:sldMk cId="1066857095" sldId="299"/>
            <ac:spMk id="2" creationId="{423B2B77-B77A-4F49-8DBE-EEACF471C255}"/>
          </ac:spMkLst>
        </pc:spChg>
      </pc:sldChg>
      <pc:sldChg chg="modSp mod modTransition modAnim modNotes">
        <pc:chgData name="כפיר יעקובי" userId="8374c8db-8d40-48aa-9b65-9d75a8bb3258" providerId="ADAL" clId="{458EC885-B2EA-467D-853E-13557AE174ED}" dt="2026-10-13T17:35:34.890" v="4076" actId="20577"/>
        <pc:sldMkLst>
          <pc:docMk/>
          <pc:sldMk cId="57484148" sldId="300"/>
        </pc:sldMkLst>
        <pc:spChg chg="mod">
          <ac:chgData name="כפיר יעקובי" userId="8374c8db-8d40-48aa-9b65-9d75a8bb3258" providerId="ADAL" clId="{458EC885-B2EA-467D-853E-13557AE174ED}" dt="2026-10-13T17:30:11.809" v="2826"/>
          <ac:spMkLst>
            <pc:docMk/>
            <pc:sldMk cId="57484148" sldId="300"/>
            <ac:spMk id="2" creationId="{C7697A22-4086-475A-9086-34658B1458A7}"/>
          </ac:spMkLst>
        </pc:spChg>
      </pc:sldChg>
      <pc:sldChg chg="modSp mod modTransition modAnim modNotes">
        <pc:chgData name="כפיר יעקובי" userId="8374c8db-8d40-48aa-9b65-9d75a8bb3258" providerId="ADAL" clId="{458EC885-B2EA-467D-853E-13557AE174ED}" dt="2026-10-13T17:35:35.208" v="4113" actId="20577"/>
        <pc:sldMkLst>
          <pc:docMk/>
          <pc:sldMk cId="1946882704" sldId="301"/>
        </pc:sldMkLst>
        <pc:spChg chg="mod">
          <ac:chgData name="כפיר יעקובי" userId="8374c8db-8d40-48aa-9b65-9d75a8bb3258" providerId="ADAL" clId="{458EC885-B2EA-467D-853E-13557AE174ED}" dt="2026-10-13T17:30:11.838" v="2833"/>
          <ac:spMkLst>
            <pc:docMk/>
            <pc:sldMk cId="1946882704" sldId="301"/>
            <ac:spMk id="2" creationId="{F5D552F3-BD07-46FD-BF92-B0CE25394214}"/>
          </ac:spMkLst>
        </pc:spChg>
        <pc:spChg chg="mod">
          <ac:chgData name="כפיר יעקובי" userId="8374c8db-8d40-48aa-9b65-9d75a8bb3258" providerId="ADAL" clId="{458EC885-B2EA-467D-853E-13557AE174ED}" dt="2026-10-13T17:30:11.849" v="2840"/>
          <ac:spMkLst>
            <pc:docMk/>
            <pc:sldMk cId="1946882704" sldId="301"/>
            <ac:spMk id="3" creationId="{72992D34-9D04-4344-9D40-8B176A463A28}"/>
          </ac:spMkLst>
        </pc:spChg>
        <pc:spChg chg="mod">
          <ac:chgData name="כפיר יעקובי" userId="8374c8db-8d40-48aa-9b65-9d75a8bb3258" providerId="ADAL" clId="{458EC885-B2EA-467D-853E-13557AE174ED}" dt="2026-10-13T17:30:11.867" v="2847"/>
          <ac:spMkLst>
            <pc:docMk/>
            <pc:sldMk cId="1946882704" sldId="301"/>
            <ac:spMk id="4" creationId="{2DD40241-CC1F-4F5C-844C-A6885DDC65C9}"/>
          </ac:spMkLst>
        </pc:spChg>
        <pc:spChg chg="mod">
          <ac:chgData name="כפיר יעקובי" userId="8374c8db-8d40-48aa-9b65-9d75a8bb3258" providerId="ADAL" clId="{458EC885-B2EA-467D-853E-13557AE174ED}" dt="2026-10-13T17:30:11.882" v="2854"/>
          <ac:spMkLst>
            <pc:docMk/>
            <pc:sldMk cId="1946882704" sldId="301"/>
            <ac:spMk id="5" creationId="{85354421-002D-4328-AA64-959E121C0E5D}"/>
          </ac:spMkLst>
        </pc:spChg>
      </pc:sldChg>
      <pc:sldChg chg="modSp mod modTransition modAnim modNotes">
        <pc:chgData name="כפיר יעקובי" userId="8374c8db-8d40-48aa-9b65-9d75a8bb3258" providerId="ADAL" clId="{458EC885-B2EA-467D-853E-13557AE174ED}" dt="2026-10-13T17:35:35.476" v="4132" actId="20577"/>
        <pc:sldMkLst>
          <pc:docMk/>
          <pc:sldMk cId="842896778" sldId="302"/>
        </pc:sldMkLst>
        <pc:spChg chg="mod">
          <ac:chgData name="כפיר יעקובי" userId="8374c8db-8d40-48aa-9b65-9d75a8bb3258" providerId="ADAL" clId="{458EC885-B2EA-467D-853E-13557AE174ED}" dt="2026-10-13T17:30:11.906" v="2859"/>
          <ac:spMkLst>
            <pc:docMk/>
            <pc:sldMk cId="842896778" sldId="302"/>
            <ac:spMk id="2" creationId="{1C08E1C5-CE0E-4B1B-B4E4-60E178F7950B}"/>
          </ac:spMkLst>
        </pc:spChg>
      </pc:sldChg>
      <pc:sldChg chg="modSp mod modTransition modAnim modNotes">
        <pc:chgData name="כפיר יעקובי" userId="8374c8db-8d40-48aa-9b65-9d75a8bb3258" providerId="ADAL" clId="{458EC885-B2EA-467D-853E-13557AE174ED}" dt="2026-10-13T17:35:35.724" v="4163" actId="20577"/>
        <pc:sldMkLst>
          <pc:docMk/>
          <pc:sldMk cId="1722775360" sldId="303"/>
        </pc:sldMkLst>
        <pc:spChg chg="mod">
          <ac:chgData name="כפיר יעקובי" userId="8374c8db-8d40-48aa-9b65-9d75a8bb3258" providerId="ADAL" clId="{458EC885-B2EA-467D-853E-13557AE174ED}" dt="2026-10-13T17:30:11.922" v="2862"/>
          <ac:spMkLst>
            <pc:docMk/>
            <pc:sldMk cId="1722775360" sldId="303"/>
            <ac:spMk id="4" creationId="{E4E78EFD-37BC-4E11-8826-777B33EDF994}"/>
          </ac:spMkLst>
        </pc:spChg>
        <pc:spChg chg="mod">
          <ac:chgData name="כפיר יעקובי" userId="8374c8db-8d40-48aa-9b65-9d75a8bb3258" providerId="ADAL" clId="{458EC885-B2EA-467D-853E-13557AE174ED}" dt="2026-10-13T17:30:11.943" v="2867"/>
          <ac:spMkLst>
            <pc:docMk/>
            <pc:sldMk cId="1722775360" sldId="303"/>
            <ac:spMk id="5" creationId="{D550F113-C8C6-4527-907D-7FDF8D28C6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00:06–00:08 | להציג את שלושת תוצרי המפגש. להראות את ארבעת מפגשי הקורס במשפט אחד: היום שיחה וחיפוש, אחר כך נתונים ועוזרים, מדיה, ולבסוף כלי עבודה. המפגש הנוסף על </a:t>
            </a:r>
            <a:r>
              <a:rPr lang="en-US"/>
              <a:t>Claude </a:t>
            </a:r>
            <a:r>
              <a:rPr lang="he-IL"/>
              <a:t>אופציונלי.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00:08–00:12 | לפתוח את דף התרגול. כל משתתף נכנס לכלי צ׳אט אחד שבו כבר יש לו חשבון. לא להירשם לארבעה כלים ולא למסור פרטי אשראי. מי שלא מצליח עובד עם שכן או צופה במרצה. להסביר שמכסת הודעות ויכולות משתנות לפי החשבון והעומס. קישורים בדף התרגול.</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00:12–00:15 | להדגיש שנעבוד על המסמכים שסופקו בערכה. שימוש אמיתי במסמכי עבודה מחייב בירור מדיניות הארגון והרשאות, גם אם הוסר שם. אין לקחת את התוצרים כהנחיות קליניות. אין להעלות תיעוד אמיתי תוך כדי השיעור.</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00:15–00:18 | להשתמש בדימוי של השלמת משפט לפי דפוסים. לומר שזה הסבר מפושט של יצירת טקסט: יכולות חיפוש וכלים נוספים מוסיפים מידע או פעולות, אך אינן מבטלות טעויות. אין לומר שהכלי הוא מאגר אמת.</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00:18–00:21 | הקהל מציע המשכים. לחשוף באמצעות המעבר לשקף הבא שהמשך סביר אינו בהכרח הפרט שנמצא במסמך. אפשר לשאול איזה פרט נשמע אמין אף שאין לו מקור.</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00:21–00:25 | להסביר הזיות, ביטחון בניסוח ומידע חסר. לשאול מי בודק שעה, מקום ומספר. ההקבלה לתוכן רפואי היא סיכון משמעותי יותר, לא אישור לתרגל החלטות טיפוליות. מקור </a:t>
            </a:r>
            <a:r>
              <a:rPr lang="en-US"/>
              <a:t>WHO </a:t>
            </a:r>
            <a:r>
              <a:rPr lang="he-IL"/>
              <a:t>מזהיר מפלט שגוי ומהטיית אוטומציה.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00:25–00:29 | לפתוח כלי אחד ולהראות שדה כתיבה, שיחה חדשה והוספת מקור. להזכיר את ארבעת הכלים ללא דירוג גורף. אין צורך להדגים כל כלי בנפרד. כל משתתף יכול לבצע את תרגילי הטקסט בכל אחד מהם.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למפות: כלי צ׳אט לכתיבה; </a:t>
            </a:r>
            <a:r>
              <a:rPr lang="en-US"/>
              <a:t>Perplexity </a:t>
            </a:r>
            <a:r>
              <a:rPr lang="he-IL"/>
              <a:t>לחיפוש; </a:t>
            </a:r>
            <a:r>
              <a:rPr lang="en-US"/>
              <a:t>NotebookLM </a:t>
            </a:r>
            <a:r>
              <a:rPr lang="he-IL"/>
              <a:t>לעבודה על המקורות שהוספנו; </a:t>
            </a:r>
            <a:r>
              <a:rPr lang="en-US"/>
              <a:t>Manus </a:t>
            </a:r>
            <a:r>
              <a:rPr lang="he-IL"/>
              <a:t>להדגמת משימה רב־שלבית. הגבולות אינם מוחלטים וכלים משתנים. נבחר לפי סוג התוצר והאפשרות לבדוק אותו.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00:32–00:35 | לבחור כלי צ׳אט ברירת מחדל למי שמתלבט. בחירת החשבון אינה אישור ארגוני לעבודה עם מידע רגיש. לתרגול הזה המידע פיקטיבי. אין צורך ברכישת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00:35–00:37 | להראות המשך שיחה. הסבר קצר על הקשר: לשיחה יש מידע קודם, אך הוא לא תמיד נשמר בשלמות. כאשר פרטים חשובים, מחזירים אותם במפורש. לפתוח שיחה חדשה לדוגמה הבאה.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00:37–00:39 | להדביק </a:t>
            </a:r>
            <a:r>
              <a:rPr lang="en-US"/>
              <a:t>P01, </a:t>
            </a:r>
            <a:r>
              <a:rPr lang="he-IL"/>
              <a:t>בלי מקור. לשאול אילו פרטים חסרים לפני ההרצה. אין תוצאה מובטחת; אם הכלי שואל שאלות, לציין שזו תגובה מועילה. אם הוא ממציא זמן או מקום, לסמן אותם.</a:t>
            </a:r>
          </a:p>
          <a:p>
            <a:pPr rtl="1"/>
            <a:endParaRPr lang="he-IL"/>
          </a:p>
          <a:p>
            <a:pPr rtl="1"/>
            <a:r>
              <a:rPr lang="he-IL"/>
              <a:t>פרומפטים להעתקה</a:t>
            </a:r>
          </a:p>
          <a:p>
            <a:pPr rtl="1"/>
            <a:r>
              <a:rPr lang="en-US"/>
              <a:t>P01 — </a:t>
            </a:r>
            <a:r>
              <a:rPr lang="he-IL"/>
              <a:t>בקשה קצרה לפני השיפור</a:t>
            </a:r>
          </a:p>
          <a:p>
            <a:pPr rtl="1"/>
            <a:r>
              <a:rPr lang="he-IL"/>
              <a:t>כתוב הודעה קצרה למטופלים על מפגש הדרכה במרפאה.</a:t>
            </a:r>
          </a:p>
          <a:p>
            <a:pPr rtl="1"/>
            <a:r>
              <a:rPr lang="he-IL"/>
              <a:t>בדיקה: האם נוצרו שעה, מקום או הנחיות שלא סיפקנו? גם תשובה ששואלת שאלות היא תוצאה טובה.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00:39–00:42 | להשוות את התשובה למסמך א. להראות שלא היו לנו שעה, מקום או פורמט בבקשה. התשובה אינה נעשית נכונה רק משום שהיא כתובה יפה. לא להשאיר ניסוח קליני מומצא על המסך בלי לסמן אותו.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00:42–00:45 | להדביק </a:t>
            </a:r>
            <a:r>
              <a:rPr lang="en-US"/>
              <a:t>P02. </a:t>
            </a:r>
            <a:r>
              <a:rPr lang="he-IL"/>
              <a:t>להקריא את ההבדלים בבקשה ואת התוצאה. בדיקה צפויה: 09:00, חדר 2, הגעה 08:45, 45 דקות וללא טלפון או צום. המקור פיקטיבי. אם התשובה לא עומדת בכך, לתקן בשיחה במקום להסתיר את הכשל.</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00:45–00:48 | להציג מסגרת, לא נוסחת קסם. משימה: מה רוצים. קהל: מי קורא. מקור: על מה מסתמכים. מגבלות: מה לא מותר להוסיף. פורמט: הודעה, טבלה או שאלות. לא צריך לכלול כל סעיף בכל בקשה פשוטה.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00:48–00:50 | לשאול מה משתנה בין הקהלים: מונחים, אורך ומה צריך לדעת. העובדות אינן משתנות. להראות איך מבקשים ניסוח פשוט ללא הוספת הנחיה רפואית.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00:50–00:52 | להדביק </a:t>
            </a:r>
            <a:r>
              <a:rPr lang="en-US"/>
              <a:t>P05 </a:t>
            </a:r>
            <a:r>
              <a:rPr lang="he-IL"/>
              <a:t>על הטיוטה. להשוות את השעה והחדר לפני ואחרי. אין צורך לנסח מחדש את כל הפרומפט. אם ההקשר אבד, להדביק שוב את המקור.</a:t>
            </a:r>
          </a:p>
          <a:p>
            <a:pPr rtl="1"/>
            <a:endParaRPr lang="he-IL"/>
          </a:p>
          <a:p>
            <a:pPr rtl="1"/>
            <a:r>
              <a:rPr lang="he-IL"/>
              <a:t>פרומפטים להעתקה</a:t>
            </a:r>
          </a:p>
          <a:p>
            <a:pPr rtl="1"/>
            <a:r>
              <a:rPr lang="en-US"/>
              <a:t>P05 — </a:t>
            </a:r>
            <a:r>
              <a:rPr lang="he-IL"/>
              <a:t>שיפור באותה שיחה</a:t>
            </a:r>
          </a:p>
          <a:p>
            <a:pPr rtl="1"/>
            <a:r>
              <a:rPr lang="he-IL"/>
              <a:t>שפר את הטיוטה האחרונה בלבד. קצר אותה לכ־60 מילים, השתמש במשפטים קצרים ושמור על כל פרטי המקור. אל תוסיף מידע. לאחר הטיוטה, ציין בקצרה אילו שינויים ביצעת.</a:t>
            </a:r>
          </a:p>
          <a:p>
            <a:pPr rtl="1"/>
            <a:r>
              <a:rPr lang="he-IL"/>
              <a:t>בדיקה: הקיצור אינו משנה שעה, מקום או אחריות.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00:52–00:55 | להדביק </a:t>
            </a:r>
            <a:r>
              <a:rPr lang="en-US"/>
              <a:t>P07. </a:t>
            </a:r>
            <a:r>
              <a:rPr lang="he-IL"/>
              <a:t>להתייחס לסעיף ״שרשרת מחשבה״ בסילבוס כתכנון עבודה והסבר קצר שניתן לבדוק. לא לבקש חשיבה פנימית נסתרת ולא ללמד ״מניפולציות״ כדרך להבטיח אמת. תוכנית טובה לא מבטיחה תוצאה נכונה.</a:t>
            </a:r>
          </a:p>
          <a:p>
            <a:pPr rtl="1"/>
            <a:endParaRPr lang="he-IL"/>
          </a:p>
          <a:p>
            <a:pPr rtl="1"/>
            <a:r>
              <a:rPr lang="he-IL"/>
              <a:t>פרומפטים להעתקה</a:t>
            </a:r>
          </a:p>
          <a:p>
            <a:pPr rtl="1"/>
            <a:r>
              <a:rPr lang="en-US"/>
              <a:t>P07 — </a:t>
            </a:r>
            <a:r>
              <a:rPr lang="he-IL"/>
              <a:t>תכנון ובקרה גלויים</a:t>
            </a:r>
          </a:p>
          <a:p>
            <a:pPr rtl="1"/>
            <a:r>
              <a:rPr lang="he-IL"/>
              <a:t>לפני כתיבת התוצר, הצג תוכנית עבודה קצרה של עד ארבעה צעדים ורשימת פרטים שחסרים במקור. לאחר מכן כתוב את הטיוטה וסיים ברשימת בדיקות שאוכל לבצע. אין צורך לפרט תהליך חשיבה פנימי.</a:t>
            </a:r>
          </a:p>
          <a:p>
            <a:pPr rtl="1"/>
            <a:r>
              <a:rPr lang="he-IL"/>
              <a:t>בדיקה: תוכנית קצרה, הפרדה בין חסר למבוסס, בדיקות שאדם יכול לבצע.</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00:55–00:57 | להדביק </a:t>
            </a:r>
            <a:r>
              <a:rPr lang="en-US"/>
              <a:t>P06. </a:t>
            </a:r>
            <a:r>
              <a:rPr lang="he-IL"/>
              <a:t>להסביר שגם בדיקת </a:t>
            </a:r>
            <a:r>
              <a:rPr lang="en-US"/>
              <a:t>AI </a:t>
            </a:r>
            <a:r>
              <a:rPr lang="he-IL"/>
              <a:t>היא טיוטה. האדם פותח מקור ומשווה לפחות שתי טענות בעצמו. דגש: הוראות רפואיות, פרטי קשר ופרטים חסרים.</a:t>
            </a:r>
          </a:p>
          <a:p>
            <a:pPr rtl="1"/>
            <a:endParaRPr lang="he-IL"/>
          </a:p>
          <a:p>
            <a:pPr rtl="1"/>
            <a:r>
              <a:rPr lang="he-IL"/>
              <a:t>פרומפטים להעתקה</a:t>
            </a:r>
          </a:p>
          <a:p>
            <a:pPr rtl="1"/>
            <a:r>
              <a:rPr lang="en-US"/>
              <a:t>P06 — </a:t>
            </a:r>
            <a:r>
              <a:rPr lang="he-IL"/>
              <a:t>בדיקת הטיוטה מול המקור</a:t>
            </a:r>
          </a:p>
          <a:p>
            <a:pPr rtl="1"/>
            <a:r>
              <a:rPr lang="he-IL"/>
              <a:t>השווה את הטיוטה האחרונה למקור שסיפקתי בשיחה. הצג בטבלה: טענה בטיוטה, סעיף תומך, מצב — נתמך / חסר / סותר. סמן בנפרד הוראות רפואיות או פרטים שלא נמסרו. אל תתקן בלי לציין מה שינית. הבדיקה שלך היא עזרה לבדיקה שלי, לא אישור לשימוש.</a:t>
            </a:r>
          </a:p>
          <a:p>
            <a:pPr rtl="1"/>
            <a:r>
              <a:rPr lang="he-IL"/>
              <a:t>בדיקה: בודקים בעצמנו לפחות שתי טענות. הכלי עלול לפספס טעות בבדיקה שלו.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00:57–00:59 | הוראות: לבחור </a:t>
            </a:r>
            <a:r>
              <a:rPr lang="en-US"/>
              <a:t>P02, P03 </a:t>
            </a:r>
            <a:r>
              <a:rPr lang="he-IL"/>
              <a:t>או </a:t>
            </a:r>
            <a:r>
              <a:rPr lang="en-US"/>
              <a:t>P04 </a:t>
            </a:r>
            <a:r>
              <a:rPr lang="he-IL"/>
              <a:t>בדף התרגול. 7 דקות כתיבה ושיפור; 4 דקות בדיקת עמית; 2 דקות שיתוף. כולם משתמשים במקורות שסופקו. אפשר לעבוד בזוג, וקבוצה אחת של שלושה. לתת למתקדמים להשוות כלי שני רק אם יש זמן.</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00:59–01:06 | זמן עבודה. להסתובב בין המשתתפים. רפואי: הודעה למטופלים; מנהלי: טבלת אחריות; הוראה: שאלות מקור. מי שמסיים בודק מידע חסר ופרט שלא אמור להופיע. אם יש חסימה, להעתיק טקסט לשיחה בכלי אחר או לעבוד עם שכן.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01:06–01:12 | 4 דקות בזוגות ו־2 דקות לשתי דוגמאות. לבדוק שעת מפגש, חדר או אחריות; לזהות פרט אחד חסר. אין לבקש מהקבוצה כולה להציג. הצלחה: טיוטה שאפשר לתקן ולבדוק, לא בהכרח טיוטה מושלמת.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01:12–01:16 | להראות הוספת קובץ, תיקון טקסט בתוך התוצר וסביבת מסמך אם זמינה בחשבון. אין תלות ב־</a:t>
            </a:r>
            <a:r>
              <a:rPr lang="en-US"/>
              <a:t>Canvas </a:t>
            </a:r>
            <a:r>
              <a:rPr lang="he-IL"/>
              <a:t>או </a:t>
            </a:r>
            <a:r>
              <a:rPr lang="en-US"/>
              <a:t>Projects. </a:t>
            </a:r>
            <a:r>
              <a:rPr lang="he-IL"/>
              <a:t>חלופה: העתקה ל־</a:t>
            </a:r>
            <a:r>
              <a:rPr lang="en-US"/>
              <a:t>Word </a:t>
            </a:r>
            <a:r>
              <a:rPr lang="he-IL"/>
              <a:t>ועריכה ידנית. אין להזין קבצים אמיתיים. יכולות העלאה ועריכה תלויות כלי וחשבון.</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01:16–01:20 | שתי תשובות קצרות מהקהל. לסכם מה הפך את הבקשה לשימושית. לבקש לשמור את התוצר בשם ״תרגיל1״ בקובץ מקומי. לפתוח אחרי ההפסקה את דף התרגול ולבדוק חשבון </a:t>
            </a:r>
            <a:r>
              <a:rPr lang="en-US"/>
              <a:t>Google </a:t>
            </a:r>
            <a:r>
              <a:rPr lang="he-IL"/>
              <a:t>עבור </a:t>
            </a:r>
            <a:r>
              <a:rPr lang="en-US"/>
              <a:t>NotebookLM.</a:t>
            </a:r>
          </a:p>
          <a:p>
            <a:pPr rtl="1"/>
            <a:endParaRPr lang="en-US"/>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חזרה: לשאול מה ההבדל בין תשובה יפה לתשובה עם מקור. להסביר את המעבר מחיפוש ברשת לעבודה על מסמכים. מקור מצוטט צריך להיפתח ולהיתמך בטקסט.</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01:40–01:44 | לפתוח את האתר ולהריץ חיפוש רגיל. לא לבחור מצב </a:t>
            </a:r>
            <a:r>
              <a:rPr lang="en-US"/>
              <a:t>Pro </a:t>
            </a:r>
            <a:r>
              <a:rPr lang="he-IL"/>
              <a:t>שדורש תשלום. להראות שהקישור אינו התשובה עצמה וצריך לפתוח אותו. אין להבטיח שכל תשובה תביא אותו מספר מקורות.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01:44–01:47 | להדגים </a:t>
            </a:r>
            <a:r>
              <a:rPr lang="en-US"/>
              <a:t>P08 </a:t>
            </a:r>
            <a:r>
              <a:rPr lang="he-IL"/>
              <a:t>או </a:t>
            </a:r>
            <a:r>
              <a:rPr lang="en-US"/>
              <a:t>P09 </a:t>
            </a:r>
            <a:r>
              <a:rPr lang="he-IL"/>
              <a:t>לפי הרכב הקבוצה. להשתמש בדף </a:t>
            </a:r>
            <a:r>
              <a:rPr lang="en-US"/>
              <a:t>WHO </a:t>
            </a:r>
            <a:r>
              <a:rPr lang="he-IL"/>
              <a:t>כהדגמה לכך שהנחיה מ־2009 אינה ״עדכון מהשנה״. בתרגיל רפואי מאתרים מקורות ולא מקבלים החלטת טיפול. אין צורך לסכם את כל ההנחיה.</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https://www.who.int/publications/i/item/9789241597906</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01:47–01:53 | 6 דקות. לבחור </a:t>
            </a:r>
            <a:r>
              <a:rPr lang="en-US"/>
              <a:t>P08 </a:t>
            </a:r>
            <a:r>
              <a:rPr lang="he-IL"/>
              <a:t>או </a:t>
            </a:r>
            <a:r>
              <a:rPr lang="en-US"/>
              <a:t>P09. </a:t>
            </a:r>
            <a:r>
              <a:rPr lang="he-IL"/>
              <a:t>לפתוח שני קישורים, לזהות גוף ותאריך או היעדרו. להעתיק משפט רלוונטי קצר במילים שלהם. חלופה: חיפוש רגיל בדפדפן; דפי </a:t>
            </a:r>
            <a:r>
              <a:rPr lang="en-US"/>
              <a:t>WHO </a:t>
            </a:r>
            <a:r>
              <a:rPr lang="he-IL"/>
              <a:t>ו־</a:t>
            </a:r>
            <a:r>
              <a:rPr lang="en-US"/>
              <a:t>Microsoft </a:t>
            </a:r>
            <a:r>
              <a:rPr lang="he-IL"/>
              <a:t>בדף התרגול. אין תלות בחיפוש בתשלום.</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01:53–01:55 | להזמין משתתף אחד מכל מסלול. לשאול על תאריך, סוג מקור והקשר. לבדוק אם התשובה נשענת על הנחיה או על תקציר משני. אין להציג תשובה שלא נפתחה כאמת.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01:55–01:59 | לפתוח את הכלי בקישור המוכר. בחלק מהחשבונות מוצג השם </a:t>
            </a:r>
            <a:r>
              <a:rPr lang="en-US"/>
              <a:t>Gemini Notebook. </a:t>
            </a:r>
            <a:r>
              <a:rPr lang="he-IL"/>
              <a:t>ליצור מחברת ולהוסיף את מסמכים א וב שסופקו. אפשר להעלות </a:t>
            </a:r>
            <a:r>
              <a:rPr lang="en-US"/>
              <a:t>txt </a:t>
            </a:r>
            <a:r>
              <a:rPr lang="he-IL"/>
              <a:t>או להדביק טקסט. לא להפעיל יצירת וידאו או מדיה שמכלה מכסה. העבודה ממוקדת במקורות שנבחרו, אך עדיין עלולות להיות טעויות.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01:59–02:02 | להציג במפורש שהמסמכים הם תרגול פיקטיבי. לשאול האם מספיק לבחור את התאריך החדש. במקרה הזה מסמך ב אומר מפורשות שהוא מחליף את סעיף 2 במסמך א; לכן אפשר להכריע. בתרחיש אמיתי, תאריך בלבד אינו בהכרח מקור סמכות.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02:02–02:05 | להריץ </a:t>
            </a:r>
            <a:r>
              <a:rPr lang="en-US"/>
              <a:t>P10. </a:t>
            </a:r>
            <a:r>
              <a:rPr lang="he-IL"/>
              <a:t>לפתוח ציטוט ולבדוק את המשפט במסמך ב. התוצאה הנכונה: 09:30, חדר 3 והגעה 09:15. להראות איך ציטוט מסייע לבדיקה ולא רק מוסיף מספר קטן בתשובה.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02:05–02:08 | להריץ </a:t>
            </a:r>
            <a:r>
              <a:rPr lang="en-US"/>
              <a:t>P11. </a:t>
            </a:r>
            <a:r>
              <a:rPr lang="he-IL"/>
              <a:t>התשובה הנכונה היא שהמידע חסר. ״אין במסמך צום״ אינו ״אין צורך בצום״. ההבחנה הזו חשובה במיוחד במידע מקצועי ורפואי. אם הכלי משלים מידע, לשאול מאיזה סעיף הגיע ולהראות את הכשל.</a:t>
            </a:r>
          </a:p>
          <a:p>
            <a:pPr rtl="1"/>
            <a:endParaRPr lang="he-IL"/>
          </a:p>
          <a:p>
            <a:pPr rtl="1"/>
            <a:r>
              <a:rPr lang="he-IL"/>
              <a:t>פרומפטים להעתקה</a:t>
            </a:r>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02:08–02:17 | 9 דקות. </a:t>
            </a:r>
            <a:r>
              <a:rPr lang="en-US"/>
              <a:t>P10 </a:t>
            </a:r>
            <a:r>
              <a:rPr lang="he-IL"/>
              <a:t>ואז </a:t>
            </a:r>
            <a:r>
              <a:rPr lang="en-US"/>
              <a:t>P11, </a:t>
            </a:r>
            <a:r>
              <a:rPr lang="he-IL"/>
              <a:t>ואם יש זמן </a:t>
            </a:r>
            <a:r>
              <a:rPr lang="en-US"/>
              <a:t>P12. </a:t>
            </a:r>
            <a:r>
              <a:rPr lang="he-IL"/>
              <a:t>כל משתתף מסמן פרט מעודכן, משפט שמצדיקו ומידע חסר. חלופה ללא חשבון </a:t>
            </a:r>
            <a:r>
              <a:rPr lang="en-US"/>
              <a:t>Google: </a:t>
            </a:r>
            <a:r>
              <a:rPr lang="he-IL"/>
              <a:t>להדביק את שני המסמכים לכלי צ׳אט ולבקש שם מסמך וסעיף. זה תרגול מקורות, לא הדגמה של כל ממשק </a:t>
            </a:r>
            <a:r>
              <a:rPr lang="en-US"/>
              <a:t>NotebookLM.</a:t>
            </a:r>
          </a:p>
          <a:p>
            <a:pPr rtl="1"/>
            <a:endParaRPr lang="en-US"/>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02:17–02:20 | לשאול שני משתתפים מה הכלי עשה עם הסתירה. להראות שכלי אינו בוחר את מדיניות הארגון. מסכמים הצלחה: תשובה מבוססת עם סימון חסר; לא ״תשובה לכל דבר״.</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הסבר באמצעות המשימה הניהולית: תכנון, הכנת רשימת בדיקות, חלוקת אחריות וניסוח הודעה. להבחין בין כלי צ׳אט שמחזיר טקסט לבין סוכן שמשתמש בכלים ועובר צעדים. לא כל מוצר שמכונה סוכן עושה אותן פעולות.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02:24–02:28 | לפתוח </a:t>
            </a:r>
            <a:r>
              <a:rPr lang="en-US"/>
              <a:t>Manus </a:t>
            </a:r>
            <a:r>
              <a:rPr lang="he-IL"/>
              <a:t>ולהריץ </a:t>
            </a:r>
            <a:r>
              <a:rPr lang="en-US"/>
              <a:t>P13 </a:t>
            </a:r>
            <a:r>
              <a:rPr lang="he-IL"/>
              <a:t>פעם אחת, בהיקף קטן. לבדוק לפני המפגש שהחשבון מאפשר ריצה. המסלול החינמי מוגבל בקרדיטים; אין להבטיח שכל אחד יסיים ריצה. להראות תוכנית, פעולות ותוצרים. חלופה מלאה: אותו </a:t>
            </a:r>
            <a:r>
              <a:rPr lang="en-US"/>
              <a:t>P13 </a:t>
            </a:r>
            <a:r>
              <a:rPr lang="he-IL"/>
              <a:t>בכלי צ׳אט, עם הפקה של כל תוצר בתורו.</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02:28–02:31 | להראות את טיוטת ההודעה. לשאול: מי מאשר לפני שליחה? להדגיש שהתרגיל אינו שולח דבר. שליחת מידע, רכישה, פרסום וקביעת פעולה אמיתית דורשים החלטה והרשאה מתאימה. האדם בודק אם התוצר נוגע לאנשים או לפעילות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02:31–02:37 | 6 דקות. להריץ </a:t>
            </a:r>
            <a:r>
              <a:rPr lang="en-US"/>
              <a:t>P13 </a:t>
            </a:r>
            <a:r>
              <a:rPr lang="he-IL"/>
              <a:t>ב־</a:t>
            </a:r>
            <a:r>
              <a:rPr lang="en-US"/>
              <a:t>Manus </a:t>
            </a:r>
            <a:r>
              <a:rPr lang="he-IL"/>
              <a:t>אם זמין, אחרת בכלי צ׳אט. לעבוד בזוגות אם נדרש. לבדוק שכל התוצרים מסכימים על 11 משתתפים, מחשבים אישיים והפסקה, ושאין תקציב או זמן תגובה שהומצאו. המטרה היא הבנה של רצף העבודה ולא סיום מוצר גדול.</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02:37–02:40 | להציג </a:t>
            </a:r>
            <a:r>
              <a:rPr lang="en-US"/>
              <a:t>P14. 7 </a:t>
            </a:r>
            <a:r>
              <a:rPr lang="he-IL"/>
              <a:t>דקות עבודה ו־3 דקות שיתוף. משימת כל המשתתפים: הודעה עם פרטי הזמן המעודכנים, ומסמך קצר של הבדיקות. אין צורך להוסיף חיפוש חדש; הוא כבר תורגל. משתמשים במקורות שכבר מוכנים.</a:t>
            </a:r>
          </a:p>
          <a:p>
            <a:pPr rtl="1"/>
            <a:endParaRPr lang="he-IL"/>
          </a:p>
          <a:p>
            <a:pPr rtl="1"/>
            <a:r>
              <a:rPr lang="he-IL"/>
              <a:t>פרומפטים להעתקה</a:t>
            </a:r>
          </a:p>
          <a:p>
            <a:pPr rtl="1"/>
            <a:r>
              <a:rPr lang="en-US"/>
              <a:t>P14 — </a:t>
            </a:r>
            <a:r>
              <a:rPr lang="he-IL"/>
              <a:t>תוצר מסכם מעודכן</a:t>
            </a:r>
          </a:p>
          <a:p>
            <a:pPr rtl="1"/>
            <a:r>
              <a:rPr lang="he-IL"/>
              <a:t>צור הודעה מעודכנת למטופלים ולמלווים, עד 90 מילים, מתוך שני המסמכים שלהלן בלבד. כתוב בעברית פשוטה. ציין בנפרד אילו פרטים השתנו ואיזה מקור מצדיק את השינוי.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הגעה 09:15; ללא טלפון או הוראות רפואיות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02:40–02:47 | 7 דקות עבודה. מדד הצלחה: שלושת הפרטים המעודכנים, מקור השינוי, אפס פרטי קשר והוראות רפואיות מומצאים. המבקר מסמן לפחות שני פרטים שנבדקו אישית. למתקדמים: השוואת הטיוטה בין שני כלים ללא העלאת 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02:47–02:50 | שלוש דוגמאות קצרות של עד דקה. שאלת המשך: מה לא הייתם מעבירים הלאה לפני בדיקה? לתת מקום גם לתשובה שבה הכלי הצליח; מחפשים בדיקה, לא מחייבים כשל.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02:50–02:53 | סיכום ארבעת השימושים מתוך הדוגמאות שבוצעו. כל משתתף מצביע על שימוש אחד רלוונטי לו. לזכור שיש חפיפה בין כלים, וחלק מהיכולות תלויות חשבון ומכסה.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02:53–02:57 | מטלת בית בהתאם לסילבוס: נושא מקצועי לא רגיש, חיפוש מקור, איסוף המידע ותוצר מוחשי. להביא את התוצר, הפרומפט ושתי בדיקות שבוצעו. להשתמש רק בחומר פומבי או במידע שהארגון אישר. חלופה: המסמכים הפיקטיביים מהיום. אין חובה לקנות מנוי. דף ההגשה מופיע בערכה.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שאלות אחרונות ומבט למפגש 2: נתונים פיקטיביים או מאושרים, ניתוח ובקרה, ועוזר עם הנחיות קבועות. בהמשך מדיה ואב־טיפוס. המפגש הנוסף על </a:t>
            </a:r>
            <a:r>
              <a:rPr lang="en-US"/>
              <a:t>Claude </a:t>
            </a:r>
            <a:r>
              <a:rPr lang="he-IL"/>
              <a:t>אינו חלק ממטלת הבית. להשאיר את דף התרגול ואת פרטי הקשר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38197DF-77AA-44A7-B88B-5979DBE54F2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C0943CE-F488-4ECD-85A5-DC447404E4B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EFA6C6A-678F-4E89-9D8F-D49908035C0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F91ECC1-D495-4D8B-BDE3-0D9F7412AA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850F2F9B-D7F5-4A81-AD60-AC2F16EACC3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0178D6A-A4EF-4D51-B8BC-0B64C41A179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5B389E1-7DFB-4AA5-BDF6-62426E7B045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5BC10DB-74DC-458D-BA44-B5ED376DB92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7D2E01-9DAA-4802-90F0-93EE8E7792B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5715870-6841-4624-9DF5-1B3286B3BBC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www.perplexity.ai/"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CA3C71BA-E1E4-4FC7-973F-E773A56F4CB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391C706C-8402-4DC7-B23E-0AB48ECA2A68}"/>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בינה מלאכותית&#10;בעבודה שלכם">
            <a:extLst>
              <a:ext uri="{FF2B5EF4-FFF2-40B4-BE49-F238E27FC236}">
                <a16:creationId xmlns:a16="http://schemas.microsoft.com/office/drawing/2014/main" id="{8C42BB99-7644-49EB-B7D3-52851D180375}"/>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בינה מלאכותית</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בעבודה שלכם</a:t>
            </a:r>
          </a:p>
        </p:txBody>
      </p:sp>
      <p:sp>
        <p:nvSpPr>
          <p:cNvPr id="4" name="editable-מפגש ראשון&#10;כלים, פרומפטים ובדיקת מי">
            <a:extLst>
              <a:ext uri="{FF2B5EF4-FFF2-40B4-BE49-F238E27FC236}">
                <a16:creationId xmlns:a16="http://schemas.microsoft.com/office/drawing/2014/main" id="{3607C683-080B-4C5E-8F7E-7C29196F7B23}"/>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פרומפטים ובדיקת מידע</a:t>
            </a:r>
          </a:p>
        </p:txBody>
      </p:sp>
      <p:sp>
        <p:nvSpPr>
          <p:cNvPr id="5" name="editable-כפיר משה יעקובי">
            <a:extLst>
              <a:ext uri="{FF2B5EF4-FFF2-40B4-BE49-F238E27FC236}">
                <a16:creationId xmlns:a16="http://schemas.microsoft.com/office/drawing/2014/main" id="{1B6981E6-42B8-4CA8-9838-B1A6B3BA4704}"/>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D1200915-D8E2-4ED6-96CB-31EC56D823E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1888315048"/>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01FB826F-A2BB-454E-BB12-CFF398A18D1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79051842-0F04-4215-99F9-98D735F82C1C}"/>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34B3CE0C-D4F2-49A1-916D-446996A3F73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32659029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07AA4087-758C-4388-ACC8-195F07DF270D}"/>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5E2F155C-61EB-429B-8F2E-7E8DA549381E}"/>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152E3C8A-119D-4842-B1DE-022D2AEDAF1B}"/>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550ED0E8-3464-4ADD-9A5E-0560AD39095F}"/>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11519420-DC93-40E3-B90B-B0EED3977FD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114273799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סוף המפגש">
            <a:extLst>
              <a:ext uri="{FF2B5EF4-FFF2-40B4-BE49-F238E27FC236}">
                <a16:creationId xmlns:a16="http://schemas.microsoft.com/office/drawing/2014/main" id="{E71425B8-5E3F-43B6-B156-DE5ECEC73349}"/>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בסוף המפגש</a:t>
            </a:r>
          </a:p>
        </p:txBody>
      </p:sp>
      <p:sp>
        <p:nvSpPr>
          <p:cNvPr id="2" name="editable-טיוטה שבדקתם">
            <a:extLst>
              <a:ext uri="{FF2B5EF4-FFF2-40B4-BE49-F238E27FC236}">
                <a16:creationId xmlns:a16="http://schemas.microsoft.com/office/drawing/2014/main" id="{7903F6A0-CD54-49C8-BB04-66B5B024739F}"/>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טיוטה שבדקתם</a:t>
            </a:r>
          </a:p>
        </p:txBody>
      </p:sp>
      <p:sp>
        <p:nvSpPr>
          <p:cNvPr id="3" name="editable-מקור שפתחתם">
            <a:extLst>
              <a:ext uri="{FF2B5EF4-FFF2-40B4-BE49-F238E27FC236}">
                <a16:creationId xmlns:a16="http://schemas.microsoft.com/office/drawing/2014/main" id="{A286D834-035C-42A0-B2A0-01BA16F18956}"/>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מקור שפתחתם</a:t>
            </a:r>
          </a:p>
        </p:txBody>
      </p:sp>
      <p:sp>
        <p:nvSpPr>
          <p:cNvPr id="4" name="editable-משימה אחת להמשך">
            <a:extLst>
              <a:ext uri="{FF2B5EF4-FFF2-40B4-BE49-F238E27FC236}">
                <a16:creationId xmlns:a16="http://schemas.microsoft.com/office/drawing/2014/main" id="{65E42EE6-AEF0-4292-BED0-2CAC86243628}"/>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משימה אחת להמשך</a:t>
            </a:r>
          </a:p>
        </p:txBody>
      </p:sp>
      <p:sp>
        <p:nvSpPr>
          <p:cNvPr id="5" name="editable-04">
            <a:extLst>
              <a:ext uri="{FF2B5EF4-FFF2-40B4-BE49-F238E27FC236}">
                <a16:creationId xmlns:a16="http://schemas.microsoft.com/office/drawing/2014/main" id="{2F89180C-CC9F-41ED-89B2-A077E48A86D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04</a:t>
            </a:r>
          </a:p>
        </p:txBody>
      </p:sp>
    </p:spTree>
    <p:extLst>
      <p:ext uri="{BB962C8B-B14F-4D97-AF65-F5344CB8AC3E}">
        <p14:creationId xmlns:p14="http://schemas.microsoft.com/office/powerpoint/2010/main" val="179021657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חשבון חינמי אחד&#10;מספיק להתחלה">
            <a:extLst>
              <a:ext uri="{FF2B5EF4-FFF2-40B4-BE49-F238E27FC236}">
                <a16:creationId xmlns:a16="http://schemas.microsoft.com/office/drawing/2014/main" id="{19D423DB-515E-4088-A680-F3B1612667B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חשבון חינמי אחד</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מספיק להתחלה</a:t>
            </a:r>
          </a:p>
        </p:txBody>
      </p:sp>
      <p:sp>
        <p:nvSpPr>
          <p:cNvPr id="2" name="editable-ChatGPT, Claude&#10;Gemini, Copilot">
            <a:extLst>
              <a:ext uri="{FF2B5EF4-FFF2-40B4-BE49-F238E27FC236}">
                <a16:creationId xmlns:a16="http://schemas.microsoft.com/office/drawing/2014/main" id="{6A992EEA-4617-4E8A-9B8D-2A726629C29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3000" b="0">
                <a:solidFill>
                  <a:srgbClr val="191B2B"/>
                </a:solidFill>
                <a:latin typeface="Arial"/>
                <a:ea typeface="Arial"/>
                <a:cs typeface="Arial"/>
              </a:rPr>
              <a:t>ChatGPT, Claude</a:t>
            </a:r>
          </a:p>
          <a:p>
            <a:pPr algn="ctr">
              <a:defRPr sz="2700" b="0">
                <a:solidFill>
                  <a:srgbClr val="191B2B"/>
                </a:solidFill>
                <a:latin typeface="Arial"/>
                <a:ea typeface="Arial"/>
                <a:cs typeface="Arial"/>
              </a:defRPr>
            </a:pPr>
            <a:r>
              <a:rPr sz="3000" b="0">
                <a:solidFill>
                  <a:srgbClr val="191B2B"/>
                </a:solidFill>
                <a:latin typeface="Arial"/>
                <a:ea typeface="Arial"/>
                <a:cs typeface="Arial"/>
              </a:rPr>
              <a:t>Gemini, Copilot</a:t>
            </a:r>
          </a:p>
        </p:txBody>
      </p:sp>
      <p:sp>
        <p:nvSpPr>
          <p:cNvPr id="3" name="editable-05">
            <a:extLst>
              <a:ext uri="{FF2B5EF4-FFF2-40B4-BE49-F238E27FC236}">
                <a16:creationId xmlns:a16="http://schemas.microsoft.com/office/drawing/2014/main" id="{916ECE65-B4B0-4A70-A983-064E7D8BB63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05</a:t>
            </a:r>
          </a:p>
        </p:txBody>
      </p:sp>
    </p:spTree>
    <p:extLst>
      <p:ext uri="{BB962C8B-B14F-4D97-AF65-F5344CB8AC3E}">
        <p14:creationId xmlns:p14="http://schemas.microsoft.com/office/powerpoint/2010/main" val="48766371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המידע של היום&#10;פיקטיבי">
            <a:extLst>
              <a:ext uri="{FF2B5EF4-FFF2-40B4-BE49-F238E27FC236}">
                <a16:creationId xmlns:a16="http://schemas.microsoft.com/office/drawing/2014/main" id="{51676769-D998-40D0-A45A-EA3CE393A251}"/>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המידע של היום</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פיקטיבי</a:t>
            </a:r>
          </a:p>
        </p:txBody>
      </p:sp>
      <p:sp>
        <p:nvSpPr>
          <p:cNvPr id="2" name="editable-אין שמות מטופלים, מזהים או מסמכים פ">
            <a:extLst>
              <a:ext uri="{FF2B5EF4-FFF2-40B4-BE49-F238E27FC236}">
                <a16:creationId xmlns:a16="http://schemas.microsoft.com/office/drawing/2014/main" id="{E5893CC7-57EA-4552-8851-DF52685D9C98}"/>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אין שמות מטופלים, מזהים או מסמכים פנימיים</a:t>
            </a:r>
          </a:p>
        </p:txBody>
      </p:sp>
      <p:sp>
        <p:nvSpPr>
          <p:cNvPr id="3" name="editable-06">
            <a:extLst>
              <a:ext uri="{FF2B5EF4-FFF2-40B4-BE49-F238E27FC236}">
                <a16:creationId xmlns:a16="http://schemas.microsoft.com/office/drawing/2014/main" id="{2E9C6440-4594-4138-818F-B60F0B74491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06</a:t>
            </a:r>
          </a:p>
        </p:txBody>
      </p:sp>
    </p:spTree>
    <p:extLst>
      <p:ext uri="{BB962C8B-B14F-4D97-AF65-F5344CB8AC3E}">
        <p14:creationId xmlns:p14="http://schemas.microsoft.com/office/powerpoint/2010/main" val="1362380364"/>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5820FCA9-D77B-470D-9BC6-95C13158584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ודל שפה גדול">
            <a:extLst>
              <a:ext uri="{FF2B5EF4-FFF2-40B4-BE49-F238E27FC236}">
                <a16:creationId xmlns:a16="http://schemas.microsoft.com/office/drawing/2014/main" id="{C6815700-4C9E-434B-8C68-7BE592C54EBB}"/>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מודל שפה גדול</a:t>
            </a:r>
          </a:p>
        </p:txBody>
      </p:sp>
      <p:sp>
        <p:nvSpPr>
          <p:cNvPr id="3" name="editable-מזהה דפוסים ומייצר המשך שמתאים להקש">
            <a:extLst>
              <a:ext uri="{FF2B5EF4-FFF2-40B4-BE49-F238E27FC236}">
                <a16:creationId xmlns:a16="http://schemas.microsoft.com/office/drawing/2014/main" id="{5D6AA7EC-2D59-406E-A9EC-E6C8DF375FE0}"/>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מזהה דפוסים ומייצר המשך שמתאים להקשר</a:t>
            </a:r>
          </a:p>
        </p:txBody>
      </p:sp>
      <p:sp>
        <p:nvSpPr>
          <p:cNvPr id="4" name="editable-07">
            <a:extLst>
              <a:ext uri="{FF2B5EF4-FFF2-40B4-BE49-F238E27FC236}">
                <a16:creationId xmlns:a16="http://schemas.microsoft.com/office/drawing/2014/main" id="{3353CB5E-C3DE-4E81-B27D-5A6DC815482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07</a:t>
            </a:r>
          </a:p>
        </p:txBody>
      </p:sp>
    </p:spTree>
    <p:extLst>
      <p:ext uri="{BB962C8B-B14F-4D97-AF65-F5344CB8AC3E}">
        <p14:creationId xmlns:p14="http://schemas.microsoft.com/office/powerpoint/2010/main" val="1699974482"/>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לקראת המפגש&#10;יש להביא...״">
            <a:extLst>
              <a:ext uri="{FF2B5EF4-FFF2-40B4-BE49-F238E27FC236}">
                <a16:creationId xmlns:a16="http://schemas.microsoft.com/office/drawing/2014/main" id="{742F653B-B8F9-41C7-9D92-BAE49AB07D2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״לקראת המפגש</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יש להביא...״</a:t>
            </a:r>
          </a:p>
        </p:txBody>
      </p:sp>
      <p:sp>
        <p:nvSpPr>
          <p:cNvPr id="2" name="editable-המשך המשפט תלוי במידע שסיפקנו">
            <a:extLst>
              <a:ext uri="{FF2B5EF4-FFF2-40B4-BE49-F238E27FC236}">
                <a16:creationId xmlns:a16="http://schemas.microsoft.com/office/drawing/2014/main" id="{B28FDE62-FEBA-4D65-AD34-E5199342DFCA}"/>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המשך המשפט תלוי במידע שסיפקנו</a:t>
            </a:r>
          </a:p>
        </p:txBody>
      </p:sp>
      <p:sp>
        <p:nvSpPr>
          <p:cNvPr id="3" name="editable-08">
            <a:extLst>
              <a:ext uri="{FF2B5EF4-FFF2-40B4-BE49-F238E27FC236}">
                <a16:creationId xmlns:a16="http://schemas.microsoft.com/office/drawing/2014/main" id="{447AB58F-68FB-4700-8BB7-4A42580839F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08</a:t>
            </a:r>
          </a:p>
        </p:txBody>
      </p:sp>
    </p:spTree>
    <p:extLst>
      <p:ext uri="{BB962C8B-B14F-4D97-AF65-F5344CB8AC3E}">
        <p14:creationId xmlns:p14="http://schemas.microsoft.com/office/powerpoint/2010/main" val="68161234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ניסוח משכנע&#10;יכול להיות שגוי">
            <a:extLst>
              <a:ext uri="{FF2B5EF4-FFF2-40B4-BE49-F238E27FC236}">
                <a16:creationId xmlns:a16="http://schemas.microsoft.com/office/drawing/2014/main" id="{C8FDAFFA-DB7B-4621-AEE3-8DB8D126225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ניסוח משכנע</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יכול להיות שגוי</a:t>
            </a:r>
          </a:p>
        </p:txBody>
      </p:sp>
      <p:sp>
        <p:nvSpPr>
          <p:cNvPr id="2" name="editable-המקור הוא המקום לבדוק את הפרטים">
            <a:extLst>
              <a:ext uri="{FF2B5EF4-FFF2-40B4-BE49-F238E27FC236}">
                <a16:creationId xmlns:a16="http://schemas.microsoft.com/office/drawing/2014/main" id="{8477A898-5146-4DC1-BDA4-3FD0DD946D9F}"/>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המקור הוא המקום לבדוק את הפרטים</a:t>
            </a:r>
          </a:p>
        </p:txBody>
      </p:sp>
      <p:sp>
        <p:nvSpPr>
          <p:cNvPr id="3" name="editable-09">
            <a:extLst>
              <a:ext uri="{FF2B5EF4-FFF2-40B4-BE49-F238E27FC236}">
                <a16:creationId xmlns:a16="http://schemas.microsoft.com/office/drawing/2014/main" id="{E29931B6-878E-4EB7-9B78-7DECC1A0C6E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09</a:t>
            </a:r>
          </a:p>
        </p:txBody>
      </p:sp>
    </p:spTree>
    <p:extLst>
      <p:ext uri="{BB962C8B-B14F-4D97-AF65-F5344CB8AC3E}">
        <p14:creationId xmlns:p14="http://schemas.microsoft.com/office/powerpoint/2010/main" val="1640500055"/>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ארבעה כלי צ׳אט">
            <a:extLst>
              <a:ext uri="{FF2B5EF4-FFF2-40B4-BE49-F238E27FC236}">
                <a16:creationId xmlns:a16="http://schemas.microsoft.com/office/drawing/2014/main" id="{95073A51-EBD6-4C3F-B4ED-5D6DF5D0F2FE}"/>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ארבעה כלי צ׳אט</a:t>
            </a:r>
          </a:p>
        </p:txBody>
      </p:sp>
      <p:pic>
        <p:nvPicPr>
          <p:cNvPr id="2" name="תמונה 1">
            <a:extLst>
              <a:ext uri="{FF2B5EF4-FFF2-40B4-BE49-F238E27FC236}">
                <a16:creationId xmlns:a16="http://schemas.microsoft.com/office/drawing/2014/main" id="{F949312D-0DB1-4F29-A2DD-8528B94D1A65}"/>
              </a:ext>
            </a:extLst>
          </p:cNvPr>
          <p:cNvPicPr>
            <a:picLocks noChangeAspect="1"/>
          </p:cNvPicPr>
          <p:nvPr/>
        </p:nvPicPr>
        <p:blipFill>
          <a:blip r:embed="rId3"/>
          <a:stretch/>
        </p:blipFill>
        <p:spPr>
          <a:xfrm>
            <a:off x="7448550" y="2381250"/>
            <a:ext cx="2914650" cy="857250"/>
          </a:xfrm>
          <a:prstGeom prst="rect">
            <a:avLst/>
          </a:prstGeom>
        </p:spPr>
      </p:pic>
      <p:pic>
        <p:nvPicPr>
          <p:cNvPr id="3" name="תמונה 2">
            <a:extLst>
              <a:ext uri="{FF2B5EF4-FFF2-40B4-BE49-F238E27FC236}">
                <a16:creationId xmlns:a16="http://schemas.microsoft.com/office/drawing/2014/main" id="{70271117-D9E5-4181-B9A9-47585A1888B5}"/>
              </a:ext>
            </a:extLst>
          </p:cNvPr>
          <p:cNvPicPr>
            <a:picLocks noChangeAspect="1"/>
          </p:cNvPicPr>
          <p:nvPr/>
        </p:nvPicPr>
        <p:blipFill>
          <a:blip r:embed="rId4"/>
          <a:stretch/>
        </p:blipFill>
        <p:spPr>
          <a:xfrm>
            <a:off x="1195388" y="2381250"/>
            <a:ext cx="3800475" cy="857250"/>
          </a:xfrm>
          <a:prstGeom prst="rect">
            <a:avLst/>
          </a:prstGeom>
        </p:spPr>
      </p:pic>
      <p:pic>
        <p:nvPicPr>
          <p:cNvPr id="4" name="תמונה 3">
            <a:extLst>
              <a:ext uri="{FF2B5EF4-FFF2-40B4-BE49-F238E27FC236}">
                <a16:creationId xmlns:a16="http://schemas.microsoft.com/office/drawing/2014/main" id="{86388D04-D098-489D-BDB2-7E994F2BD6C0}"/>
              </a:ext>
            </a:extLst>
          </p:cNvPr>
          <p:cNvPicPr>
            <a:picLocks noChangeAspect="1"/>
          </p:cNvPicPr>
          <p:nvPr/>
        </p:nvPicPr>
        <p:blipFill>
          <a:blip r:embed="rId5"/>
          <a:stretch/>
        </p:blipFill>
        <p:spPr>
          <a:xfrm>
            <a:off x="6927056" y="4048125"/>
            <a:ext cx="3957637" cy="857250"/>
          </a:xfrm>
          <a:prstGeom prst="rect">
            <a:avLst/>
          </a:prstGeom>
        </p:spPr>
      </p:pic>
      <p:pic>
        <p:nvPicPr>
          <p:cNvPr id="5" name="תמונה 4">
            <a:extLst>
              <a:ext uri="{FF2B5EF4-FFF2-40B4-BE49-F238E27FC236}">
                <a16:creationId xmlns:a16="http://schemas.microsoft.com/office/drawing/2014/main" id="{528CB4BC-26FC-4C88-A7E9-AE6D07F615D0}"/>
              </a:ext>
            </a:extLst>
          </p:cNvPr>
          <p:cNvPicPr>
            <a:picLocks noChangeAspect="1"/>
          </p:cNvPicPr>
          <p:nvPr/>
        </p:nvPicPr>
        <p:blipFill>
          <a:blip r:embed="rId6"/>
          <a:stretch/>
        </p:blipFill>
        <p:spPr>
          <a:xfrm>
            <a:off x="1054894" y="4048125"/>
            <a:ext cx="4081463" cy="857250"/>
          </a:xfrm>
          <a:prstGeom prst="rect">
            <a:avLst/>
          </a:prstGeom>
        </p:spPr>
      </p:pic>
      <p:sp>
        <p:nvSpPr>
          <p:cNvPr id="6" name="editable-אותה בקשה, ניסוחים שונים">
            <a:extLst>
              <a:ext uri="{FF2B5EF4-FFF2-40B4-BE49-F238E27FC236}">
                <a16:creationId xmlns:a16="http://schemas.microsoft.com/office/drawing/2014/main" id="{80185D26-056B-4FF3-A3BE-A75E308F23A8}"/>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אותה בקשה, ניסוחים שונים</a:t>
            </a:r>
          </a:p>
        </p:txBody>
      </p:sp>
      <p:sp>
        <p:nvSpPr>
          <p:cNvPr id="7" name="editable-10">
            <a:extLst>
              <a:ext uri="{FF2B5EF4-FFF2-40B4-BE49-F238E27FC236}">
                <a16:creationId xmlns:a16="http://schemas.microsoft.com/office/drawing/2014/main" id="{EBD6C0A8-353F-4CC6-8449-C4E1983AE72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1187747870"/>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המשימה לפני הכלי">
            <a:extLst>
              <a:ext uri="{FF2B5EF4-FFF2-40B4-BE49-F238E27FC236}">
                <a16:creationId xmlns:a16="http://schemas.microsoft.com/office/drawing/2014/main" id="{E6EF0230-B1A6-4EB0-AEC1-9C273ABD2D6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המשימה לפני הכלי</a:t>
            </a:r>
          </a:p>
        </p:txBody>
      </p:sp>
      <p:sp>
        <p:nvSpPr>
          <p:cNvPr id="2" name="editable-כתיבה ושיפור בשיחה">
            <a:extLst>
              <a:ext uri="{FF2B5EF4-FFF2-40B4-BE49-F238E27FC236}">
                <a16:creationId xmlns:a16="http://schemas.microsoft.com/office/drawing/2014/main" id="{9CDF3386-1E44-4183-81BF-344E34D8F6AA}"/>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כתיבה ושיפור בשיחה</a:t>
            </a:r>
          </a:p>
        </p:txBody>
      </p:sp>
      <p:sp>
        <p:nvSpPr>
          <p:cNvPr id="3" name="editable-חיפוש עם מקורות">
            <a:extLst>
              <a:ext uri="{FF2B5EF4-FFF2-40B4-BE49-F238E27FC236}">
                <a16:creationId xmlns:a16="http://schemas.microsoft.com/office/drawing/2014/main" id="{B352DCFE-B587-4CCF-A314-6E0B2E07BC88}"/>
              </a:ext>
            </a:extLst>
          </p:cNvPr>
          <p:cNvSpPr>
            <a:spLocks noGrp="1"/>
          </p:cNvSpPr>
          <p:nvPr/>
        </p:nvSpPr>
        <p:spPr>
          <a:xfrm>
            <a:off x="857250" y="3009900"/>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חיפוש עם מקורות</a:t>
            </a:r>
          </a:p>
        </p:txBody>
      </p:sp>
      <p:sp>
        <p:nvSpPr>
          <p:cNvPr id="4" name="editable-שאלות על מסמכים">
            <a:extLst>
              <a:ext uri="{FF2B5EF4-FFF2-40B4-BE49-F238E27FC236}">
                <a16:creationId xmlns:a16="http://schemas.microsoft.com/office/drawing/2014/main" id="{618FE307-E0EA-4EFF-A0BD-72964BF68DF5}"/>
              </a:ext>
            </a:extLst>
          </p:cNvPr>
          <p:cNvSpPr>
            <a:spLocks noGrp="1"/>
          </p:cNvSpPr>
          <p:nvPr/>
        </p:nvSpPr>
        <p:spPr>
          <a:xfrm>
            <a:off x="857250" y="387667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שאלות על מסמכים</a:t>
            </a:r>
          </a:p>
        </p:txBody>
      </p:sp>
      <p:sp>
        <p:nvSpPr>
          <p:cNvPr id="5" name="editable-ביצוע משימה בכמה שלבים">
            <a:extLst>
              <a:ext uri="{FF2B5EF4-FFF2-40B4-BE49-F238E27FC236}">
                <a16:creationId xmlns:a16="http://schemas.microsoft.com/office/drawing/2014/main" id="{4132AB69-776F-48F3-83AC-5EB2EB5391A3}"/>
              </a:ext>
            </a:extLst>
          </p:cNvPr>
          <p:cNvSpPr>
            <a:spLocks noGrp="1"/>
          </p:cNvSpPr>
          <p:nvPr/>
        </p:nvSpPr>
        <p:spPr>
          <a:xfrm>
            <a:off x="857250" y="4743450"/>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ביצוע משימה בכמה שלבים</a:t>
            </a:r>
          </a:p>
        </p:txBody>
      </p:sp>
      <p:sp>
        <p:nvSpPr>
          <p:cNvPr id="6" name="editable-11">
            <a:extLst>
              <a:ext uri="{FF2B5EF4-FFF2-40B4-BE49-F238E27FC236}">
                <a16:creationId xmlns:a16="http://schemas.microsoft.com/office/drawing/2014/main" id="{AE0F4A34-E65A-4A9C-8D18-AEB7940AEBE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73997954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accel="50000" decel="5000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28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חירת כלי">
            <a:extLst>
              <a:ext uri="{FF2B5EF4-FFF2-40B4-BE49-F238E27FC236}">
                <a16:creationId xmlns:a16="http://schemas.microsoft.com/office/drawing/2014/main" id="{BEFBA412-55E6-4A32-8FF7-B3E765E96077}"/>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בחירת כלי</a:t>
            </a:r>
          </a:p>
        </p:txBody>
      </p:sp>
      <p:sp>
        <p:nvSpPr>
          <p:cNvPr id="2" name="editable-חשבון זמין">
            <a:extLst>
              <a:ext uri="{FF2B5EF4-FFF2-40B4-BE49-F238E27FC236}">
                <a16:creationId xmlns:a16="http://schemas.microsoft.com/office/drawing/2014/main" id="{401DF198-00F8-40A9-916E-EDCDC13D417C}"/>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חשבון זמין</a:t>
            </a:r>
          </a:p>
        </p:txBody>
      </p:sp>
      <p:sp>
        <p:nvSpPr>
          <p:cNvPr id="3" name="editable-תוצאה שאפשר לבדוק">
            <a:extLst>
              <a:ext uri="{FF2B5EF4-FFF2-40B4-BE49-F238E27FC236}">
                <a16:creationId xmlns:a16="http://schemas.microsoft.com/office/drawing/2014/main" id="{51EE4145-624E-4F38-AAA0-718723D302E1}"/>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תוצאה שאפשר לבדוק</a:t>
            </a:r>
          </a:p>
        </p:txBody>
      </p:sp>
      <p:sp>
        <p:nvSpPr>
          <p:cNvPr id="4" name="editable-מידע שמותר להזין">
            <a:extLst>
              <a:ext uri="{FF2B5EF4-FFF2-40B4-BE49-F238E27FC236}">
                <a16:creationId xmlns:a16="http://schemas.microsoft.com/office/drawing/2014/main" id="{AE14A637-5A84-4F5C-9B50-3F8548E2A476}"/>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מידע שמותר להזין</a:t>
            </a:r>
          </a:p>
        </p:txBody>
      </p:sp>
      <p:sp>
        <p:nvSpPr>
          <p:cNvPr id="5" name="editable-12">
            <a:extLst>
              <a:ext uri="{FF2B5EF4-FFF2-40B4-BE49-F238E27FC236}">
                <a16:creationId xmlns:a16="http://schemas.microsoft.com/office/drawing/2014/main" id="{6607F2C3-F38A-431E-A510-6FEAE07F0D8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1091656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שאלה חדשה&#10;או המשך שיחה?">
            <a:extLst>
              <a:ext uri="{FF2B5EF4-FFF2-40B4-BE49-F238E27FC236}">
                <a16:creationId xmlns:a16="http://schemas.microsoft.com/office/drawing/2014/main" id="{CE710C50-F284-4ACA-A6F6-FEABB873DF8C}"/>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שאלה חדשה</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או המשך שיחה?</a:t>
            </a:r>
          </a:p>
        </p:txBody>
      </p:sp>
      <p:sp>
        <p:nvSpPr>
          <p:cNvPr id="2" name="editable-אותה משימה: ממשיכים">
            <a:extLst>
              <a:ext uri="{FF2B5EF4-FFF2-40B4-BE49-F238E27FC236}">
                <a16:creationId xmlns:a16="http://schemas.microsoft.com/office/drawing/2014/main" id="{812830C0-250B-43F6-A14B-D96630B4D1DE}"/>
              </a:ext>
            </a:extLst>
          </p:cNvPr>
          <p:cNvSpPr>
            <a:spLocks noGrp="1"/>
          </p:cNvSpPr>
          <p:nvPr/>
        </p:nvSpPr>
        <p:spPr>
          <a:xfrm>
            <a:off x="6619875" y="3048000"/>
            <a:ext cx="4524375" cy="1524000"/>
          </a:xfrm>
          <a:prstGeom prst="rect">
            <a:avLst/>
          </a:prstGeom>
          <a:noFill/>
          <a:ln w="0">
            <a:noFill/>
          </a:ln>
        </p:spPr>
        <p:txBody>
          <a:bodyPr lIns="0" tIns="0" rIns="0" bIns="0" anchor="ctr">
            <a:noAutofit/>
          </a:bodyPr>
          <a:lstStyle>
            <a:defPPr algn="ctr">
              <a:defRPr sz="3150" b="0">
                <a:solidFill>
                  <a:srgbClr val="7A59BC"/>
                </a:solidFill>
                <a:latin typeface="Arial"/>
                <a:ea typeface="Arial"/>
                <a:cs typeface="Arial"/>
              </a:defRPr>
            </a:defPPr>
          </a:lstStyle>
          <a:p>
            <a:pPr algn="ctr" rtl="1">
              <a:defRPr sz="3150" b="0">
                <a:solidFill>
                  <a:srgbClr val="7A59BC"/>
                </a:solidFill>
                <a:latin typeface="Arial"/>
                <a:ea typeface="Arial"/>
                <a:cs typeface="Arial"/>
              </a:defRPr>
            </a:pPr>
            <a:r>
              <a:rPr sz="3150" b="0">
                <a:solidFill>
                  <a:srgbClr val="7A59BC"/>
                </a:solidFill>
                <a:latin typeface="Arial"/>
                <a:ea typeface="Arial"/>
                <a:cs typeface="Arial"/>
              </a:rPr>
              <a:t>אותה משימה: ממשיכים</a:t>
            </a:r>
          </a:p>
        </p:txBody>
      </p:sp>
      <p:sp>
        <p:nvSpPr>
          <p:cNvPr id="3" name="editable-נושא אחר: שיחה חדשה">
            <a:extLst>
              <a:ext uri="{FF2B5EF4-FFF2-40B4-BE49-F238E27FC236}">
                <a16:creationId xmlns:a16="http://schemas.microsoft.com/office/drawing/2014/main" id="{FCAE8524-6D52-4F8A-B8CF-37667E33A34D}"/>
              </a:ext>
            </a:extLst>
          </p:cNvPr>
          <p:cNvSpPr>
            <a:spLocks noGrp="1"/>
          </p:cNvSpPr>
          <p:nvPr/>
        </p:nvSpPr>
        <p:spPr>
          <a:xfrm>
            <a:off x="904875" y="3048000"/>
            <a:ext cx="4524375" cy="1524000"/>
          </a:xfrm>
          <a:prstGeom prst="rect">
            <a:avLst/>
          </a:prstGeom>
          <a:noFill/>
          <a:ln w="0">
            <a:noFill/>
          </a:ln>
        </p:spPr>
        <p:txBody>
          <a:bodyPr lIns="0" tIns="0" rIns="0" bIns="0" anchor="ctr">
            <a:noAutofit/>
          </a:bodyPr>
          <a:lstStyle>
            <a:defPPr algn="ctr">
              <a:defRPr sz="3150" b="0">
                <a:solidFill>
                  <a:srgbClr val="4378AB"/>
                </a:solidFill>
                <a:latin typeface="Arial"/>
                <a:ea typeface="Arial"/>
                <a:cs typeface="Arial"/>
              </a:defRPr>
            </a:defPPr>
          </a:lstStyle>
          <a:p>
            <a:pPr algn="ctr" rtl="1">
              <a:defRPr sz="3150" b="0">
                <a:solidFill>
                  <a:srgbClr val="4378AB"/>
                </a:solidFill>
                <a:latin typeface="Arial"/>
                <a:ea typeface="Arial"/>
                <a:cs typeface="Arial"/>
              </a:defRPr>
            </a:pPr>
            <a:r>
              <a:rPr sz="3150" b="0">
                <a:solidFill>
                  <a:srgbClr val="4378AB"/>
                </a:solidFill>
                <a:latin typeface="Arial"/>
                <a:ea typeface="Arial"/>
                <a:cs typeface="Arial"/>
              </a:rPr>
              <a:t>נושא אחר: שיחה חדשה</a:t>
            </a:r>
          </a:p>
        </p:txBody>
      </p:sp>
      <p:sp>
        <p:nvSpPr>
          <p:cNvPr id="4" name="editable-13">
            <a:extLst>
              <a:ext uri="{FF2B5EF4-FFF2-40B4-BE49-F238E27FC236}">
                <a16:creationId xmlns:a16="http://schemas.microsoft.com/office/drawing/2014/main" id="{56838B4D-13AC-4BBF-8599-8FBE55AFD63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197912158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בקשה קצרה">
            <a:extLst>
              <a:ext uri="{FF2B5EF4-FFF2-40B4-BE49-F238E27FC236}">
                <a16:creationId xmlns:a16="http://schemas.microsoft.com/office/drawing/2014/main" id="{B43043B9-F7CB-4294-831B-3CE9B4A9535E}"/>
              </a:ext>
            </a:extLst>
          </p:cNvPr>
          <p:cNvSpPr>
            <a:spLocks noGrp="1"/>
          </p:cNvSpPr>
          <p:nvPr/>
        </p:nvSpPr>
        <p:spPr>
          <a:xfrm>
            <a:off x="857250" y="904875"/>
            <a:ext cx="10477500" cy="666750"/>
          </a:xfrm>
          <a:prstGeom prst="rect">
            <a:avLst/>
          </a:prstGeom>
          <a:noFill/>
          <a:ln w="0">
            <a:noFill/>
          </a:ln>
        </p:spPr>
        <p: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בקשה קצרה</a:t>
            </a:r>
          </a:p>
        </p:txBody>
      </p:sp>
      <p:sp>
        <p:nvSpPr>
          <p:cNvPr id="2" name="editable-״כתוב הודעה למטופלים&#10;על מפגש הדרכה״">
            <a:extLst>
              <a:ext uri="{FF2B5EF4-FFF2-40B4-BE49-F238E27FC236}">
                <a16:creationId xmlns:a16="http://schemas.microsoft.com/office/drawing/2014/main" id="{A79E576F-994C-4177-A17D-B8F644C3E873}"/>
              </a:ext>
            </a:extLst>
          </p:cNvPr>
          <p:cNvSpPr>
            <a:spLocks noGrp="1"/>
          </p:cNvSpPr>
          <p:nvPr/>
        </p:nvSpPr>
        <p:spPr>
          <a:xfrm>
            <a:off x="1047750" y="2381250"/>
            <a:ext cx="10096500" cy="2381250"/>
          </a:xfrm>
          <a:prstGeom prst="rect">
            <a:avLst/>
          </a:prstGeom>
          <a:noFill/>
          <a:ln w="0">
            <a:noFill/>
          </a:ln>
        </p:spPr>
        <p: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״כתוב הודעה למטופלים</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על מפגש הדרכה״</a:t>
            </a:r>
          </a:p>
        </p:txBody>
      </p:sp>
      <p:sp>
        <p:nvSpPr>
          <p:cNvPr id="3" name="editable-P01">
            <a:extLst>
              <a:ext uri="{FF2B5EF4-FFF2-40B4-BE49-F238E27FC236}">
                <a16:creationId xmlns:a16="http://schemas.microsoft.com/office/drawing/2014/main" id="{A0CA7D46-12E2-433E-9297-9BCCD04330C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P01</a:t>
            </a:r>
          </a:p>
        </p:txBody>
      </p:sp>
      <p:sp>
        <p:nvSpPr>
          <p:cNvPr id="4" name="editable-14">
            <a:extLst>
              <a:ext uri="{FF2B5EF4-FFF2-40B4-BE49-F238E27FC236}">
                <a16:creationId xmlns:a16="http://schemas.microsoft.com/office/drawing/2014/main" id="{A82BC525-D882-41F4-97FC-E8085E386B5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24578009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פרטים שחסרו">
            <a:extLst>
              <a:ext uri="{FF2B5EF4-FFF2-40B4-BE49-F238E27FC236}">
                <a16:creationId xmlns:a16="http://schemas.microsoft.com/office/drawing/2014/main" id="{AC36E5F0-F4E9-48A0-A658-EF131F601EC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הפרטים שחסרו</a:t>
            </a:r>
          </a:p>
        </p:txBody>
      </p:sp>
      <p:sp>
        <p:nvSpPr>
          <p:cNvPr id="2" name="editable-למי?">
            <a:extLst>
              <a:ext uri="{FF2B5EF4-FFF2-40B4-BE49-F238E27FC236}">
                <a16:creationId xmlns:a16="http://schemas.microsoft.com/office/drawing/2014/main" id="{E890BBF6-2726-4320-8DB5-8BBDBE4DA8E5}"/>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למי?</a:t>
            </a:r>
          </a:p>
        </p:txBody>
      </p:sp>
      <p:sp>
        <p:nvSpPr>
          <p:cNvPr id="3" name="editable-על בסיס מה?">
            <a:extLst>
              <a:ext uri="{FF2B5EF4-FFF2-40B4-BE49-F238E27FC236}">
                <a16:creationId xmlns:a16="http://schemas.microsoft.com/office/drawing/2014/main" id="{EC145327-5C0E-448B-A415-2B16DE83D5E2}"/>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על בסיס מה?</a:t>
            </a:r>
          </a:p>
        </p:txBody>
      </p:sp>
      <p:sp>
        <p:nvSpPr>
          <p:cNvPr id="4" name="editable-באיזו צורה?">
            <a:extLst>
              <a:ext uri="{FF2B5EF4-FFF2-40B4-BE49-F238E27FC236}">
                <a16:creationId xmlns:a16="http://schemas.microsoft.com/office/drawing/2014/main" id="{2D6B96FE-7DA3-4851-856A-22E1F73F798B}"/>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באיזו צורה?</a:t>
            </a:r>
          </a:p>
        </p:txBody>
      </p:sp>
      <p:sp>
        <p:nvSpPr>
          <p:cNvPr id="5" name="editable-15">
            <a:extLst>
              <a:ext uri="{FF2B5EF4-FFF2-40B4-BE49-F238E27FC236}">
                <a16:creationId xmlns:a16="http://schemas.microsoft.com/office/drawing/2014/main" id="{21199519-972B-42CC-8842-FB03DAA8DF5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108078694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קשה עם מקור">
            <a:extLst>
              <a:ext uri="{FF2B5EF4-FFF2-40B4-BE49-F238E27FC236}">
                <a16:creationId xmlns:a16="http://schemas.microsoft.com/office/drawing/2014/main" id="{7260242F-F91D-4A6A-9B3C-33E0D3F212B0}"/>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בקשה עם מקור</a:t>
            </a:r>
          </a:p>
        </p:txBody>
      </p:sp>
      <p:sp>
        <p:nvSpPr>
          <p:cNvPr id="2" name="editable-הודעה קצרה בשפה פשוטה&#10;רק לפי מסמך א">
            <a:extLst>
              <a:ext uri="{FF2B5EF4-FFF2-40B4-BE49-F238E27FC236}">
                <a16:creationId xmlns:a16="http://schemas.microsoft.com/office/drawing/2014/main" id="{60FADA24-5B89-4B46-924C-BA66FFAFD29A}"/>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הודעה קצרה בשפה פשוטה</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רק לפי מסמך א</a:t>
            </a:r>
          </a:p>
        </p:txBody>
      </p:sp>
      <p:sp>
        <p:nvSpPr>
          <p:cNvPr id="3" name="editable-הנוסח המלא בדף התרגול">
            <a:extLst>
              <a:ext uri="{FF2B5EF4-FFF2-40B4-BE49-F238E27FC236}">
                <a16:creationId xmlns:a16="http://schemas.microsoft.com/office/drawing/2014/main" id="{4756A200-E47F-41EC-9239-E134ADD32A16}"/>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02">
            <a:extLst>
              <a:ext uri="{FF2B5EF4-FFF2-40B4-BE49-F238E27FC236}">
                <a16:creationId xmlns:a16="http://schemas.microsoft.com/office/drawing/2014/main" id="{8A18588D-0C88-40AC-B209-8B9973D1BCF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5" name="editable-16">
            <a:extLst>
              <a:ext uri="{FF2B5EF4-FFF2-40B4-BE49-F238E27FC236}">
                <a16:creationId xmlns:a16="http://schemas.microsoft.com/office/drawing/2014/main" id="{4E3DAFA8-12DC-4F62-BD84-118BD6E4B0B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172020103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פרומפט ברור">
            <a:extLst>
              <a:ext uri="{FF2B5EF4-FFF2-40B4-BE49-F238E27FC236}">
                <a16:creationId xmlns:a16="http://schemas.microsoft.com/office/drawing/2014/main" id="{942E5180-93E7-4DDE-B2B2-24F49D168A2E}"/>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פרומפט ברור</a:t>
            </a:r>
          </a:p>
        </p:txBody>
      </p:sp>
      <p:sp>
        <p:nvSpPr>
          <p:cNvPr id="2" name="editable-משימה וקהל">
            <a:extLst>
              <a:ext uri="{FF2B5EF4-FFF2-40B4-BE49-F238E27FC236}">
                <a16:creationId xmlns:a16="http://schemas.microsoft.com/office/drawing/2014/main" id="{32468D05-9D7D-4DD7-9685-65175C67F210}"/>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משימה וקהל</a:t>
            </a:r>
          </a:p>
        </p:txBody>
      </p:sp>
      <p:sp>
        <p:nvSpPr>
          <p:cNvPr id="3" name="editable-מקור ומגבלות">
            <a:extLst>
              <a:ext uri="{FF2B5EF4-FFF2-40B4-BE49-F238E27FC236}">
                <a16:creationId xmlns:a16="http://schemas.microsoft.com/office/drawing/2014/main" id="{D4B9E876-1CFA-40AA-A675-36753B991955}"/>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מקור ומגבלות</a:t>
            </a:r>
          </a:p>
        </p:txBody>
      </p:sp>
      <p:sp>
        <p:nvSpPr>
          <p:cNvPr id="4" name="editable-צורת התוצר">
            <a:extLst>
              <a:ext uri="{FF2B5EF4-FFF2-40B4-BE49-F238E27FC236}">
                <a16:creationId xmlns:a16="http://schemas.microsoft.com/office/drawing/2014/main" id="{3E1F2952-3161-4B3A-A08A-60F4DEA3D01C}"/>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צורת התוצר</a:t>
            </a:r>
          </a:p>
        </p:txBody>
      </p:sp>
      <p:sp>
        <p:nvSpPr>
          <p:cNvPr id="5" name="editable-17">
            <a:extLst>
              <a:ext uri="{FF2B5EF4-FFF2-40B4-BE49-F238E27FC236}">
                <a16:creationId xmlns:a16="http://schemas.microsoft.com/office/drawing/2014/main" id="{0C0832FB-EDAF-4813-B211-54FCF5DD41C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103658210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קהל משנה ניסוח">
            <a:extLst>
              <a:ext uri="{FF2B5EF4-FFF2-40B4-BE49-F238E27FC236}">
                <a16:creationId xmlns:a16="http://schemas.microsoft.com/office/drawing/2014/main" id="{E5C872DD-A0A6-488F-A328-8BC6B1EAAD65}"/>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קהל משנה ניסוח</a:t>
            </a:r>
          </a:p>
        </p:txBody>
      </p:sp>
      <p:sp>
        <p:nvSpPr>
          <p:cNvPr id="2" name="editable-מטופל ומלווה">
            <a:extLst>
              <a:ext uri="{FF2B5EF4-FFF2-40B4-BE49-F238E27FC236}">
                <a16:creationId xmlns:a16="http://schemas.microsoft.com/office/drawing/2014/main" id="{DC523A37-651A-4CE0-90D7-E36AAED6719B}"/>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מטופל ומלווה</a:t>
            </a:r>
          </a:p>
        </p:txBody>
      </p:sp>
      <p:sp>
        <p:nvSpPr>
          <p:cNvPr id="3" name="editable-צוות מקצועי">
            <a:extLst>
              <a:ext uri="{FF2B5EF4-FFF2-40B4-BE49-F238E27FC236}">
                <a16:creationId xmlns:a16="http://schemas.microsoft.com/office/drawing/2014/main" id="{31EF55BA-A95E-46C0-B37E-18DCCB640670}"/>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צוות מקצועי</a:t>
            </a:r>
          </a:p>
        </p:txBody>
      </p:sp>
      <p:sp>
        <p:nvSpPr>
          <p:cNvPr id="4" name="editable-רכזת הדרכה">
            <a:extLst>
              <a:ext uri="{FF2B5EF4-FFF2-40B4-BE49-F238E27FC236}">
                <a16:creationId xmlns:a16="http://schemas.microsoft.com/office/drawing/2014/main" id="{7669889C-F007-4DE4-8B99-BDCA5F6257F1}"/>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רכזת הדרכה</a:t>
            </a:r>
          </a:p>
        </p:txBody>
      </p:sp>
      <p:sp>
        <p:nvSpPr>
          <p:cNvPr id="5" name="editable-18">
            <a:extLst>
              <a:ext uri="{FF2B5EF4-FFF2-40B4-BE49-F238E27FC236}">
                <a16:creationId xmlns:a16="http://schemas.microsoft.com/office/drawing/2014/main" id="{A0E3517F-7B76-48E9-8A07-C0BF8176675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86098503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שיפור באותה שיחה">
            <a:extLst>
              <a:ext uri="{FF2B5EF4-FFF2-40B4-BE49-F238E27FC236}">
                <a16:creationId xmlns:a16="http://schemas.microsoft.com/office/drawing/2014/main" id="{1196D68A-E610-46AF-971E-2BEB23CD469D}"/>
              </a:ext>
            </a:extLst>
          </p:cNvPr>
          <p:cNvSpPr>
            <a:spLocks noGrp="1"/>
          </p:cNvSpPr>
          <p:nvPr/>
        </p:nvSpPr>
        <p:spPr>
          <a:xfrm>
            <a:off x="857250" y="904875"/>
            <a:ext cx="10477500" cy="666750"/>
          </a:xfrm>
          <a:prstGeom prst="rect">
            <a:avLst/>
          </a:prstGeom>
          <a:noFill/>
          <a:ln w="0">
            <a:noFill/>
          </a:ln>
        </p:spPr>
        <p: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שיפור באותה שיחה</a:t>
            </a:r>
          </a:p>
        </p:txBody>
      </p:sp>
      <p:sp>
        <p:nvSpPr>
          <p:cNvPr id="2" name="editable-״קצר את הטיוטה&#10;ושמור על פרטי המקור״">
            <a:extLst>
              <a:ext uri="{FF2B5EF4-FFF2-40B4-BE49-F238E27FC236}">
                <a16:creationId xmlns:a16="http://schemas.microsoft.com/office/drawing/2014/main" id="{EC39409B-BC06-4C14-9F3A-214A61629B4B}"/>
              </a:ext>
            </a:extLst>
          </p:cNvPr>
          <p:cNvSpPr>
            <a:spLocks noGrp="1"/>
          </p:cNvSpPr>
          <p:nvPr/>
        </p:nvSpPr>
        <p:spPr>
          <a:xfrm>
            <a:off x="1047750" y="2381250"/>
            <a:ext cx="10096500" cy="2381250"/>
          </a:xfrm>
          <a:prstGeom prst="rect">
            <a:avLst/>
          </a:prstGeom>
          <a:noFill/>
          <a:ln w="0">
            <a:noFill/>
          </a:ln>
        </p:spPr>
        <p: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״קצר את הטיוטה</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ושמור על פרטי המקור״</a:t>
            </a:r>
          </a:p>
        </p:txBody>
      </p:sp>
      <p:sp>
        <p:nvSpPr>
          <p:cNvPr id="3" name="editable-P05">
            <a:extLst>
              <a:ext uri="{FF2B5EF4-FFF2-40B4-BE49-F238E27FC236}">
                <a16:creationId xmlns:a16="http://schemas.microsoft.com/office/drawing/2014/main" id="{104306B6-678D-4DFF-8059-12E3D0DA4C4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P05</a:t>
            </a:r>
          </a:p>
        </p:txBody>
      </p:sp>
      <p:sp>
        <p:nvSpPr>
          <p:cNvPr id="4" name="editable-19">
            <a:extLst>
              <a:ext uri="{FF2B5EF4-FFF2-40B4-BE49-F238E27FC236}">
                <a16:creationId xmlns:a16="http://schemas.microsoft.com/office/drawing/2014/main" id="{7A09B71A-5FAC-439D-A284-D8D5DBA8242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24223476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תכנון ובקרה">
            <a:extLst>
              <a:ext uri="{FF2B5EF4-FFF2-40B4-BE49-F238E27FC236}">
                <a16:creationId xmlns:a16="http://schemas.microsoft.com/office/drawing/2014/main" id="{3EEBECE0-BF15-43B4-AD47-889E9B24609C}"/>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תכנון ובקרה</a:t>
            </a:r>
          </a:p>
        </p:txBody>
      </p:sp>
      <p:sp>
        <p:nvSpPr>
          <p:cNvPr id="2" name="editable-תוכנית קצרה לפני התוצר&#10;בדיקות שאפשר">
            <a:extLst>
              <a:ext uri="{FF2B5EF4-FFF2-40B4-BE49-F238E27FC236}">
                <a16:creationId xmlns:a16="http://schemas.microsoft.com/office/drawing/2014/main" id="{D09FDEB4-A9FF-4D97-8442-EBC1066619AD}"/>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תוכנית קצרה לפני התוצר</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בדיקות שאפשר לבצע אחריו</a:t>
            </a:r>
          </a:p>
        </p:txBody>
      </p:sp>
      <p:sp>
        <p:nvSpPr>
          <p:cNvPr id="3" name="editable-הנוסח המלא בדף התרגול">
            <a:extLst>
              <a:ext uri="{FF2B5EF4-FFF2-40B4-BE49-F238E27FC236}">
                <a16:creationId xmlns:a16="http://schemas.microsoft.com/office/drawing/2014/main" id="{7799C4CC-11BC-4D98-A10D-1E7C2B7B6A72}"/>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07">
            <a:extLst>
              <a:ext uri="{FF2B5EF4-FFF2-40B4-BE49-F238E27FC236}">
                <a16:creationId xmlns:a16="http://schemas.microsoft.com/office/drawing/2014/main" id="{B8F2C69A-3CA3-4A96-BC37-1C457F80FC9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P07</a:t>
            </a:r>
          </a:p>
        </p:txBody>
      </p:sp>
      <p:sp>
        <p:nvSpPr>
          <p:cNvPr id="5" name="editable-20">
            <a:extLst>
              <a:ext uri="{FF2B5EF4-FFF2-40B4-BE49-F238E27FC236}">
                <a16:creationId xmlns:a16="http://schemas.microsoft.com/office/drawing/2014/main" id="{BE89FA6D-F38C-49AE-A43A-1253BEAFE9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57894751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בדיקה מול המקור">
            <a:extLst>
              <a:ext uri="{FF2B5EF4-FFF2-40B4-BE49-F238E27FC236}">
                <a16:creationId xmlns:a16="http://schemas.microsoft.com/office/drawing/2014/main" id="{BDF11BB5-E47F-488B-91E6-93A005827CF8}"/>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בדיקה מול המקור</a:t>
            </a:r>
          </a:p>
        </p:txBody>
      </p:sp>
      <p:sp>
        <p:nvSpPr>
          <p:cNvPr id="2" name="editable-טענה">
            <a:extLst>
              <a:ext uri="{FF2B5EF4-FFF2-40B4-BE49-F238E27FC236}">
                <a16:creationId xmlns:a16="http://schemas.microsoft.com/office/drawing/2014/main" id="{556BD1FD-2103-408D-AA0D-280D737972FD}"/>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טענה</a:t>
            </a:r>
          </a:p>
        </p:txBody>
      </p:sp>
      <p:sp>
        <p:nvSpPr>
          <p:cNvPr id="3" name="editable-סעיף תומך">
            <a:extLst>
              <a:ext uri="{FF2B5EF4-FFF2-40B4-BE49-F238E27FC236}">
                <a16:creationId xmlns:a16="http://schemas.microsoft.com/office/drawing/2014/main" id="{F30BD234-45EA-4384-8F63-5959BE006D3B}"/>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סעיף תומך</a:t>
            </a:r>
          </a:p>
        </p:txBody>
      </p:sp>
      <p:sp>
        <p:nvSpPr>
          <p:cNvPr id="4" name="editable-פער או סתירה">
            <a:extLst>
              <a:ext uri="{FF2B5EF4-FFF2-40B4-BE49-F238E27FC236}">
                <a16:creationId xmlns:a16="http://schemas.microsoft.com/office/drawing/2014/main" id="{69BE3D16-D417-4E1C-A22E-EF0D69619F33}"/>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פער או סתירה</a:t>
            </a:r>
          </a:p>
        </p:txBody>
      </p:sp>
      <p:sp>
        <p:nvSpPr>
          <p:cNvPr id="5" name="editable-P06">
            <a:extLst>
              <a:ext uri="{FF2B5EF4-FFF2-40B4-BE49-F238E27FC236}">
                <a16:creationId xmlns:a16="http://schemas.microsoft.com/office/drawing/2014/main" id="{FBE731FD-A7D7-4463-95CA-3AABBA74901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P06</a:t>
            </a:r>
          </a:p>
        </p:txBody>
      </p:sp>
      <p:sp>
        <p:nvSpPr>
          <p:cNvPr id="6" name="editable-21">
            <a:extLst>
              <a:ext uri="{FF2B5EF4-FFF2-40B4-BE49-F238E27FC236}">
                <a16:creationId xmlns:a16="http://schemas.microsoft.com/office/drawing/2014/main" id="{1F74AD26-C468-4474-A83B-AD6FA85FBE7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124748218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33235A96-D707-4E51-8AB8-F534BCADC55B}"/>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3AC1B948-CF41-48BC-BBC4-655A1CAF0134}"/>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D55EE564-F6DC-47DC-B589-32125F9CE4DB}"/>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מסלול אחד&#10;רפואה וסיעוד / אדמינ">
            <a:extLst>
              <a:ext uri="{FF2B5EF4-FFF2-40B4-BE49-F238E27FC236}">
                <a16:creationId xmlns:a16="http://schemas.microsoft.com/office/drawing/2014/main" id="{7412F22C-EB5B-46B6-82E6-31A12DF7C3F7}"/>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850" b="0">
                <a:solidFill>
                  <a:srgbClr val="7A59BC"/>
                </a:solidFill>
                <a:latin typeface="Arial"/>
                <a:ea typeface="Arial"/>
                <a:cs typeface="Arial"/>
              </a:rPr>
              <a:t>בחרו מסלול אחד</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רפואה וסיעוד / אדמיניסטרציה / הוראה</a:t>
            </a:r>
          </a:p>
        </p:txBody>
      </p:sp>
      <p:sp>
        <p:nvSpPr>
          <p:cNvPr id="5" name="editable-הפרומפט המלא בדף התרגול">
            <a:extLst>
              <a:ext uri="{FF2B5EF4-FFF2-40B4-BE49-F238E27FC236}">
                <a16:creationId xmlns:a16="http://schemas.microsoft.com/office/drawing/2014/main" id="{8EA0DF4C-309C-460A-9475-B838B7F09115}"/>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621C3418-BCC0-440F-83E2-1FECF4A8C76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22">
            <a:extLst>
              <a:ext uri="{FF2B5EF4-FFF2-40B4-BE49-F238E27FC236}">
                <a16:creationId xmlns:a16="http://schemas.microsoft.com/office/drawing/2014/main" id="{9166E24E-387A-496E-8ECC-352F4BFBDFD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18535290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תוצר שלכם">
            <a:extLst>
              <a:ext uri="{FF2B5EF4-FFF2-40B4-BE49-F238E27FC236}">
                <a16:creationId xmlns:a16="http://schemas.microsoft.com/office/drawing/2014/main" id="{6574FE57-D796-47AD-9616-2E839E430AA3}"/>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התוצר שלכם</a:t>
            </a:r>
          </a:p>
        </p:txBody>
      </p:sp>
      <p:sp>
        <p:nvSpPr>
          <p:cNvPr id="2" name="editable-טיוטה אחת">
            <a:extLst>
              <a:ext uri="{FF2B5EF4-FFF2-40B4-BE49-F238E27FC236}">
                <a16:creationId xmlns:a16="http://schemas.microsoft.com/office/drawing/2014/main" id="{B3B1CAA1-B487-4026-82C9-9AD6713A9719}"/>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טיוטה אחת</a:t>
            </a:r>
          </a:p>
        </p:txBody>
      </p:sp>
      <p:sp>
        <p:nvSpPr>
          <p:cNvPr id="3" name="editable-שיפור אחד">
            <a:extLst>
              <a:ext uri="{FF2B5EF4-FFF2-40B4-BE49-F238E27FC236}">
                <a16:creationId xmlns:a16="http://schemas.microsoft.com/office/drawing/2014/main" id="{85DDD905-403A-4A13-9C03-09B55F0A2B9A}"/>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שיפור אחד</a:t>
            </a:r>
          </a:p>
        </p:txBody>
      </p:sp>
      <p:sp>
        <p:nvSpPr>
          <p:cNvPr id="4" name="editable-שני פרטים שבדקתם">
            <a:extLst>
              <a:ext uri="{FF2B5EF4-FFF2-40B4-BE49-F238E27FC236}">
                <a16:creationId xmlns:a16="http://schemas.microsoft.com/office/drawing/2014/main" id="{546E52E3-3CF9-43DF-9EBE-148BB47B8111}"/>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שני פרטים שבדקתם</a:t>
            </a:r>
          </a:p>
        </p:txBody>
      </p:sp>
      <p:sp>
        <p:nvSpPr>
          <p:cNvPr id="5" name="editable-23">
            <a:extLst>
              <a:ext uri="{FF2B5EF4-FFF2-40B4-BE49-F238E27FC236}">
                <a16:creationId xmlns:a16="http://schemas.microsoft.com/office/drawing/2014/main" id="{4FABA94D-EA5E-4F15-AF70-E4C4F5D51AC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67631022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FC703013-764F-48CF-BCBB-C72003C2626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a:extLst>
              <a:ext uri="{FF2B5EF4-FFF2-40B4-BE49-F238E27FC236}">
                <a16:creationId xmlns:a16="http://schemas.microsoft.com/office/drawing/2014/main" id="{61721041-CD2B-4123-8291-BFDFB38233C7}"/>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מה נתמך?</a:t>
            </a:r>
          </a:p>
        </p:txBody>
      </p:sp>
      <p:sp>
        <p:nvSpPr>
          <p:cNvPr id="3" name="editable-מה נוסף?">
            <a:extLst>
              <a:ext uri="{FF2B5EF4-FFF2-40B4-BE49-F238E27FC236}">
                <a16:creationId xmlns:a16="http://schemas.microsoft.com/office/drawing/2014/main" id="{1EF80665-498A-4F10-A195-E68D60687AE7}"/>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מה נוסף?</a:t>
            </a:r>
          </a:p>
        </p:txBody>
      </p:sp>
      <p:sp>
        <p:nvSpPr>
          <p:cNvPr id="4" name="editable-מה צריך תיקון?">
            <a:extLst>
              <a:ext uri="{FF2B5EF4-FFF2-40B4-BE49-F238E27FC236}">
                <a16:creationId xmlns:a16="http://schemas.microsoft.com/office/drawing/2014/main" id="{BC8D6001-6EE1-4C4E-B0EB-41F9F93633E9}"/>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מה צריך תיקון?</a:t>
            </a:r>
          </a:p>
        </p:txBody>
      </p:sp>
      <p:sp>
        <p:nvSpPr>
          <p:cNvPr id="5" name="editable-24">
            <a:extLst>
              <a:ext uri="{FF2B5EF4-FFF2-40B4-BE49-F238E27FC236}">
                <a16:creationId xmlns:a16="http://schemas.microsoft.com/office/drawing/2014/main" id="{3098C218-7261-4714-8186-550321A702E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65098241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משקי העבודה">
            <a:extLst>
              <a:ext uri="{FF2B5EF4-FFF2-40B4-BE49-F238E27FC236}">
                <a16:creationId xmlns:a16="http://schemas.microsoft.com/office/drawing/2014/main" id="{0D18C09A-07F3-4CCF-AFE2-9EC3375F251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ממשקי העבודה</a:t>
            </a:r>
          </a:p>
        </p:txBody>
      </p:sp>
      <p:sp>
        <p:nvSpPr>
          <p:cNvPr id="2" name="editable-שיחה">
            <a:extLst>
              <a:ext uri="{FF2B5EF4-FFF2-40B4-BE49-F238E27FC236}">
                <a16:creationId xmlns:a16="http://schemas.microsoft.com/office/drawing/2014/main" id="{3857911F-D3F7-401D-AF03-544B93B09701}"/>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שיחה</a:t>
            </a:r>
          </a:p>
        </p:txBody>
      </p:sp>
      <p:sp>
        <p:nvSpPr>
          <p:cNvPr id="3" name="editable-קובץ מצורף">
            <a:extLst>
              <a:ext uri="{FF2B5EF4-FFF2-40B4-BE49-F238E27FC236}">
                <a16:creationId xmlns:a16="http://schemas.microsoft.com/office/drawing/2014/main" id="{8B603ED9-CD37-487B-879F-39AFFA0ACC32}"/>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קובץ מצורף</a:t>
            </a:r>
          </a:p>
        </p:txBody>
      </p:sp>
      <p:sp>
        <p:nvSpPr>
          <p:cNvPr id="4" name="editable-מסמך או סביבת עריכה">
            <a:extLst>
              <a:ext uri="{FF2B5EF4-FFF2-40B4-BE49-F238E27FC236}">
                <a16:creationId xmlns:a16="http://schemas.microsoft.com/office/drawing/2014/main" id="{07EE92FA-C496-49F3-AFDF-738689763C07}"/>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מסמך או סביבת עריכה</a:t>
            </a:r>
          </a:p>
        </p:txBody>
      </p:sp>
      <p:sp>
        <p:nvSpPr>
          <p:cNvPr id="5" name="editable-25">
            <a:extLst>
              <a:ext uri="{FF2B5EF4-FFF2-40B4-BE49-F238E27FC236}">
                <a16:creationId xmlns:a16="http://schemas.microsoft.com/office/drawing/2014/main" id="{111BF983-06EB-41AB-A4F6-9E5871A6440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45042308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ה עזר לבקשה?">
            <a:extLst>
              <a:ext uri="{FF2B5EF4-FFF2-40B4-BE49-F238E27FC236}">
                <a16:creationId xmlns:a16="http://schemas.microsoft.com/office/drawing/2014/main" id="{A4A3F0AB-6BEB-4652-B6BD-E3E1C8575E1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עזר לבקשה?</a:t>
            </a:r>
          </a:p>
        </p:txBody>
      </p:sp>
      <p:sp>
        <p:nvSpPr>
          <p:cNvPr id="2" name="editable-המקור&#10;הקהל&#10;הבדיקה">
            <a:extLst>
              <a:ext uri="{FF2B5EF4-FFF2-40B4-BE49-F238E27FC236}">
                <a16:creationId xmlns:a16="http://schemas.microsoft.com/office/drawing/2014/main" id="{63AF0C96-6D0D-40C3-B8D5-4FECA21F5D8F}"/>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3600" b="0">
                <a:solidFill>
                  <a:srgbClr val="191B2B"/>
                </a:solidFill>
                <a:latin typeface="Arial"/>
                <a:ea typeface="Arial"/>
                <a:cs typeface="Arial"/>
              </a:rPr>
              <a:t>המקור</a:t>
            </a:r>
          </a:p>
          <a:p>
            <a:pPr algn="ctr" rtl="1">
              <a:defRPr sz="2700" b="0">
                <a:solidFill>
                  <a:srgbClr val="191B2B"/>
                </a:solidFill>
                <a:latin typeface="Arial"/>
                <a:ea typeface="Arial"/>
                <a:cs typeface="Arial"/>
              </a:defRPr>
            </a:pPr>
            <a:r>
              <a:rPr sz="3600" b="0">
                <a:solidFill>
                  <a:srgbClr val="191B2B"/>
                </a:solidFill>
                <a:latin typeface="Arial"/>
                <a:ea typeface="Arial"/>
                <a:cs typeface="Arial"/>
              </a:rPr>
              <a:t>הקהל</a:t>
            </a:r>
          </a:p>
          <a:p>
            <a:pPr algn="ctr" rtl="1">
              <a:defRPr sz="2700" b="0">
                <a:solidFill>
                  <a:srgbClr val="191B2B"/>
                </a:solidFill>
                <a:latin typeface="Arial"/>
                <a:ea typeface="Arial"/>
                <a:cs typeface="Arial"/>
              </a:defRPr>
            </a:pPr>
            <a:r>
              <a:rPr sz="3600" b="0">
                <a:solidFill>
                  <a:srgbClr val="191B2B"/>
                </a:solidFill>
                <a:latin typeface="Arial"/>
                <a:ea typeface="Arial"/>
                <a:cs typeface="Arial"/>
              </a:rPr>
              <a:t>הבדיקה</a:t>
            </a:r>
          </a:p>
        </p:txBody>
      </p:sp>
      <p:sp>
        <p:nvSpPr>
          <p:cNvPr id="3" name="editable-26">
            <a:extLst>
              <a:ext uri="{FF2B5EF4-FFF2-40B4-BE49-F238E27FC236}">
                <a16:creationId xmlns:a16="http://schemas.microsoft.com/office/drawing/2014/main" id="{E9D308EA-5D5F-41B8-AC67-BEEA504E3BA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108608127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31D96FBC-4849-44E6-8416-A66487ABB39B}"/>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81075C89-D36A-4A11-B977-AA8C8E8F4028}"/>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9256DAD4-2DC1-4C59-AFBD-E1D230FC52A6}"/>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27">
            <a:extLst>
              <a:ext uri="{FF2B5EF4-FFF2-40B4-BE49-F238E27FC236}">
                <a16:creationId xmlns:a16="http://schemas.microsoft.com/office/drawing/2014/main" id="{1F779BD9-490C-445D-90B7-D3DFEBD37E8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27</a:t>
            </a:r>
          </a:p>
        </p:txBody>
      </p:sp>
    </p:spTree>
    <p:extLst>
      <p:ext uri="{BB962C8B-B14F-4D97-AF65-F5344CB8AC3E}">
        <p14:creationId xmlns:p14="http://schemas.microsoft.com/office/powerpoint/2010/main" val="177838601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כשיו נבדוק&#10;על מה התשובה נשענת">
            <a:extLst>
              <a:ext uri="{FF2B5EF4-FFF2-40B4-BE49-F238E27FC236}">
                <a16:creationId xmlns:a16="http://schemas.microsoft.com/office/drawing/2014/main" id="{CBAFCCE2-010D-41BB-A718-B5B2B969EAEE}"/>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עכשיו נבדוק</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על מה התשובה נשענת</a:t>
            </a:r>
          </a:p>
        </p:txBody>
      </p:sp>
      <p:sp>
        <p:nvSpPr>
          <p:cNvPr id="2" name="editable-חיפוש ברשת ומקורות שהבאנו">
            <a:extLst>
              <a:ext uri="{FF2B5EF4-FFF2-40B4-BE49-F238E27FC236}">
                <a16:creationId xmlns:a16="http://schemas.microsoft.com/office/drawing/2014/main" id="{FCF45029-24E7-460C-B7B5-11C849D96363}"/>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חיפוש ברשת ומקורות שהבאנו</a:t>
            </a:r>
          </a:p>
        </p:txBody>
      </p:sp>
      <p:sp>
        <p:nvSpPr>
          <p:cNvPr id="3" name="editable-28">
            <a:extLst>
              <a:ext uri="{FF2B5EF4-FFF2-40B4-BE49-F238E27FC236}">
                <a16:creationId xmlns:a16="http://schemas.microsoft.com/office/drawing/2014/main" id="{3D90991F-630F-4259-9B96-63B102AA0C0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28</a:t>
            </a:r>
          </a:p>
        </p:txBody>
      </p:sp>
    </p:spTree>
    <p:extLst>
      <p:ext uri="{BB962C8B-B14F-4D97-AF65-F5344CB8AC3E}">
        <p14:creationId xmlns:p14="http://schemas.microsoft.com/office/powerpoint/2010/main" val="10090428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Perplexity">
            <a:extLst>
              <a:ext uri="{FF2B5EF4-FFF2-40B4-BE49-F238E27FC236}">
                <a16:creationId xmlns:a16="http://schemas.microsoft.com/office/drawing/2014/main" id="{A0A94A5E-B383-4E9A-AE11-7AFC5F27155E}"/>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rtl="1" algn="r">
              <a:defRPr sz="4350" b="1">
                <a:solidFill>
                  <a:srgbClr val="191B2B"/>
                </a:solidFill>
                <a:latin typeface="Arial"/>
                <a:ea typeface="Arial"/>
                <a:cs typeface="Arial"/>
              </a:defRPr>
            </a:pPr>
            <a:r>
              <a:rPr lang="he-IL" sz="4350" b="1">
                <a:solidFill>
                  <a:srgbClr val="191B2B"/>
                </a:solidFill>
                <a:latin typeface="Arial"/>
                <a:ea typeface="Arial"/>
                <a:cs typeface="Arial"/>
              </a:rPr>
              <a:t>חיפוש עם מקורות</a:t>
            </a:r>
            <a:endParaRPr sz="4350" b="1">
              <a:solidFill>
                <a:srgbClr val="191B2B"/>
              </a:solidFill>
              <a:latin typeface="Arial"/>
              <a:ea typeface="Arial"/>
              <a:cs typeface="Arial"/>
            </a:endParaRPr>
          </a:p>
        </p:txBody>
      </p:sp>
      <p:sp>
        <p:nvSpPr>
          <p:cNvPr id="2" name="editable-שאלה, תשובה וקישורים למקורות">
            <a:extLst>
              <a:ext uri="{FF2B5EF4-FFF2-40B4-BE49-F238E27FC236}">
                <a16:creationId xmlns:a16="http://schemas.microsoft.com/office/drawing/2014/main" id="{E1714A01-4699-4E39-B08F-BCAF5871B4C3}"/>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sp>
        <p:nvSpPr>
          <p:cNvPr id="3" name="editable-Perplexity">
            <a:extLst>
              <a:ext uri="{FF2B5EF4-FFF2-40B4-BE49-F238E27FC236}">
                <a16:creationId xmlns:a16="http://schemas.microsoft.com/office/drawing/2014/main" id="{4C91A5F3-D0DB-4EAE-BFC6-23746933D914}"/>
              </a:ext>
            </a:extLst>
          </p:cNvPr>
          <p:cNvSpPr>
            <a:spLocks noGrp="1"/>
          </p:cNvSpPr>
          <p:nvPr/>
        </p:nvSpPr>
        <p:spPr>
          <a:xfrm>
            <a:off x="762000" y="2381250"/>
            <a:ext cx="4857750" cy="1428750"/>
          </a:xfrm>
          <a:prstGeom prst="rect">
            <a:avLst/>
          </a:prstGeom>
          <a:noFill/>
          <a:ln w="0">
            <a:noFill/>
          </a:ln>
        </p:spPr>
        <p:txBody>
          <a:bodyPr lIns="0" tIns="0" rIns="0" bIns="0" anchor="ctr">
            <a:noAutofit/>
          </a:bodyPr>
          <a:lstStyle>
            <a:defPPr algn="l">
              <a:defRPr sz="4800" b="1">
                <a:solidFill>
                  <a:srgbClr val="4378AB"/>
                </a:solidFill>
                <a:latin typeface="Arial"/>
                <a:ea typeface="Arial"/>
                <a:cs typeface="Arial"/>
              </a:defRPr>
            </a:defPPr>
          </a:lstStyle>
          <a:p>
            <a:pPr algn="l">
              <a:defRPr sz="4800" b="1">
                <a:solidFill>
                  <a:srgbClr val="4378AB"/>
                </a:solidFill>
                <a:latin typeface="Arial"/>
                <a:ea typeface="Arial"/>
                <a:cs typeface="Arial"/>
              </a:defRPr>
            </a:pPr>
            <a:r>
              <a:rPr sz="4800" b="1">
                <a:solidFill>
                  <a:srgbClr val="4378AB"/>
                </a:solidFill>
                <a:latin typeface="Arial"/>
                <a:ea typeface="Arial"/>
                <a:cs typeface="Arial"/>
              </a:rPr>
              <a:t>Perplexity</a:t>
            </a:r>
          </a:p>
        </p:txBody>
      </p:sp>
      <p:sp>
        <p:nvSpPr>
          <p:cNvPr id="4" name="editable-פתיחת Perplexity">
            <a:extLst>
              <a:ext uri="{FF2B5EF4-FFF2-40B4-BE49-F238E27FC236}">
                <a16:creationId xmlns:a16="http://schemas.microsoft.com/office/drawing/2014/main" id="{5441EAE2-1B14-4539-8198-78F1BB564D53}"/>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3"/>
              </a:rPr>
              <a:t>פתיחת Perplexity</a:t>
            </a:r>
          </a:p>
        </p:txBody>
      </p:sp>
      <p:sp>
        <p:nvSpPr>
          <p:cNvPr id="5" name="editable-29">
            <a:extLst>
              <a:ext uri="{FF2B5EF4-FFF2-40B4-BE49-F238E27FC236}">
                <a16:creationId xmlns:a16="http://schemas.microsoft.com/office/drawing/2014/main" id="{9690AA18-2C08-4D6C-BA29-21717DD7C86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29976805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חיפוש מקצועי">
            <a:extLst>
              <a:ext uri="{FF2B5EF4-FFF2-40B4-BE49-F238E27FC236}">
                <a16:creationId xmlns:a16="http://schemas.microsoft.com/office/drawing/2014/main" id="{15F348A4-6E22-4EAE-949D-216AEB754825}"/>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מקצועי</a:t>
            </a:r>
          </a:p>
        </p:txBody>
      </p:sp>
      <p:sp>
        <p:nvSpPr>
          <p:cNvPr id="2" name="editable-מי פרסם?">
            <a:extLst>
              <a:ext uri="{FF2B5EF4-FFF2-40B4-BE49-F238E27FC236}">
                <a16:creationId xmlns:a16="http://schemas.microsoft.com/office/drawing/2014/main" id="{8E0EB6E0-387C-46BA-838D-7CA7FE850969}"/>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מי פרסם?</a:t>
            </a:r>
          </a:p>
        </p:txBody>
      </p:sp>
      <p:sp>
        <p:nvSpPr>
          <p:cNvPr id="3" name="editable-מתי?">
            <a:extLst>
              <a:ext uri="{FF2B5EF4-FFF2-40B4-BE49-F238E27FC236}">
                <a16:creationId xmlns:a16="http://schemas.microsoft.com/office/drawing/2014/main" id="{4FA470AF-510D-4FEC-9058-F5A59C42D63A}"/>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מתי?</a:t>
            </a:r>
          </a:p>
        </p:txBody>
      </p:sp>
      <p:sp>
        <p:nvSpPr>
          <p:cNvPr id="4" name="editable-איזה סוג מקור?">
            <a:extLst>
              <a:ext uri="{FF2B5EF4-FFF2-40B4-BE49-F238E27FC236}">
                <a16:creationId xmlns:a16="http://schemas.microsoft.com/office/drawing/2014/main" id="{FFC933F3-3DE2-4D16-9008-4E0B27158DFF}"/>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איזה סוג מקור?</a:t>
            </a:r>
          </a:p>
        </p:txBody>
      </p:sp>
      <p:sp>
        <p:nvSpPr>
          <p:cNvPr id="5" name="editable-P08 / P09">
            <a:extLst>
              <a:ext uri="{FF2B5EF4-FFF2-40B4-BE49-F238E27FC236}">
                <a16:creationId xmlns:a16="http://schemas.microsoft.com/office/drawing/2014/main" id="{F9EE5A9B-E612-4E1B-852F-F256DBB7ABC1}"/>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30">
            <a:extLst>
              <a:ext uri="{FF2B5EF4-FFF2-40B4-BE49-F238E27FC236}">
                <a16:creationId xmlns:a16="http://schemas.microsoft.com/office/drawing/2014/main" id="{AB552274-6353-4915-9B0A-A77A42445BD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31650509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1B80AB75-1AFF-4582-9708-A8989B3642CA}"/>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F9086162-3B64-45DE-B388-F69213FF1C5F}"/>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36B864F1-C704-41A7-818D-355B98D6C5A6}"/>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77DF5084-B955-498A-BFED-BD15F0CD9C25}"/>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F89C98B7-E30A-4354-B9D5-B2507803C959}"/>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FC6C2538-15AE-4798-84B9-3DE317EE900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31">
            <a:extLst>
              <a:ext uri="{FF2B5EF4-FFF2-40B4-BE49-F238E27FC236}">
                <a16:creationId xmlns:a16="http://schemas.microsoft.com/office/drawing/2014/main" id="{C77C53AD-A540-47F5-86CB-260ACF6A127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p:txBody>
      </p:sp>
    </p:spTree>
    <p:extLst>
      <p:ext uri="{BB962C8B-B14F-4D97-AF65-F5344CB8AC3E}">
        <p14:creationId xmlns:p14="http://schemas.microsoft.com/office/powerpoint/2010/main" val="77219080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קור אחד שבדקתם">
            <a:extLst>
              <a:ext uri="{FF2B5EF4-FFF2-40B4-BE49-F238E27FC236}">
                <a16:creationId xmlns:a16="http://schemas.microsoft.com/office/drawing/2014/main" id="{59E16803-FF8B-46A5-9D8A-B3E9FE66EEA1}"/>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מקור אחד שבדקתם</a:t>
            </a:r>
          </a:p>
        </p:txBody>
      </p:sp>
      <p:sp>
        <p:nvSpPr>
          <p:cNvPr id="2" name="editable-האם המקור באמת&#10;תומך בתשובה?">
            <a:extLst>
              <a:ext uri="{FF2B5EF4-FFF2-40B4-BE49-F238E27FC236}">
                <a16:creationId xmlns:a16="http://schemas.microsoft.com/office/drawing/2014/main" id="{A36A0F43-120F-4FFF-85E1-619F477986E8}"/>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3000" b="0">
                <a:solidFill>
                  <a:srgbClr val="191B2B"/>
                </a:solidFill>
                <a:latin typeface="Arial"/>
                <a:ea typeface="Arial"/>
                <a:cs typeface="Arial"/>
              </a:rPr>
              <a:t>האם המקור באמת</a:t>
            </a:r>
          </a:p>
          <a:p>
            <a:pPr algn="ctr" rtl="1">
              <a:defRPr sz="2700" b="0">
                <a:solidFill>
                  <a:srgbClr val="191B2B"/>
                </a:solidFill>
                <a:latin typeface="Arial"/>
                <a:ea typeface="Arial"/>
                <a:cs typeface="Arial"/>
              </a:defRPr>
            </a:pPr>
            <a:r>
              <a:rPr sz="3000" b="0">
                <a:solidFill>
                  <a:srgbClr val="191B2B"/>
                </a:solidFill>
                <a:latin typeface="Arial"/>
                <a:ea typeface="Arial"/>
                <a:cs typeface="Arial"/>
              </a:rPr>
              <a:t>תומך בתשובה?</a:t>
            </a:r>
          </a:p>
        </p:txBody>
      </p:sp>
      <p:sp>
        <p:nvSpPr>
          <p:cNvPr id="3" name="editable-32">
            <a:extLst>
              <a:ext uri="{FF2B5EF4-FFF2-40B4-BE49-F238E27FC236}">
                <a16:creationId xmlns:a16="http://schemas.microsoft.com/office/drawing/2014/main" id="{7532A3DC-9293-4955-864E-CA3A413DD5C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p:txBody>
      </p:sp>
    </p:spTree>
    <p:extLst>
      <p:ext uri="{BB962C8B-B14F-4D97-AF65-F5344CB8AC3E}">
        <p14:creationId xmlns:p14="http://schemas.microsoft.com/office/powerpoint/2010/main" val="201887706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NotebookLM">
            <a:extLst>
              <a:ext uri="{FF2B5EF4-FFF2-40B4-BE49-F238E27FC236}">
                <a16:creationId xmlns:a16="http://schemas.microsoft.com/office/drawing/2014/main" id="{00D8385B-C0EC-4100-B540-48B68AA1FC55}"/>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NotebookLM</a:t>
            </a:r>
          </a:p>
        </p:txBody>
      </p:sp>
      <p:sp>
        <p:nvSpPr>
          <p:cNvPr id="2" name="editable-שאלות על המקורות שלכם">
            <a:extLst>
              <a:ext uri="{FF2B5EF4-FFF2-40B4-BE49-F238E27FC236}">
                <a16:creationId xmlns:a16="http://schemas.microsoft.com/office/drawing/2014/main" id="{E483F861-1A90-4DB3-A90F-FE808DC2BCA8}"/>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1A04DD2C-CE4E-4BC8-84FB-FFCBE7771FC5}"/>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62D0BEB1-6AD2-4CA1-B00B-AF87B807ABB3}"/>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33">
            <a:extLst>
              <a:ext uri="{FF2B5EF4-FFF2-40B4-BE49-F238E27FC236}">
                <a16:creationId xmlns:a16="http://schemas.microsoft.com/office/drawing/2014/main" id="{4211714C-045D-4A97-8B09-99E233901BC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33</a:t>
            </a:r>
          </a:p>
        </p:txBody>
      </p:sp>
    </p:spTree>
    <p:extLst>
      <p:ext uri="{BB962C8B-B14F-4D97-AF65-F5344CB8AC3E}">
        <p14:creationId xmlns:p14="http://schemas.microsoft.com/office/powerpoint/2010/main" val="34099725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AB52E706-5980-4989-A278-BC138F3429B9}"/>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273E12A6-BE12-4329-A3EC-C7A7F877A415}"/>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FE2177CF-2140-445C-9620-110383E35685}"/>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7A7F7F4F-63FF-48C3-B184-13ABFF556C79}"/>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98574B97-E3C6-404F-BCA7-A06D5AC9D10C}"/>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A946E2CC-CFCB-4532-BA4E-5A2401CEAE33}"/>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9ED304C2-68D4-4F31-A9AE-AD646FF88656}"/>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34">
            <a:extLst>
              <a:ext uri="{FF2B5EF4-FFF2-40B4-BE49-F238E27FC236}">
                <a16:creationId xmlns:a16="http://schemas.microsoft.com/office/drawing/2014/main" id="{7174D1C7-F4BA-4047-A23F-F9A70724AD3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p:txBody>
      </p:sp>
    </p:spTree>
    <p:extLst>
      <p:ext uri="{BB962C8B-B14F-4D97-AF65-F5344CB8AC3E}">
        <p14:creationId xmlns:p14="http://schemas.microsoft.com/office/powerpoint/2010/main" val="65198632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כרעה מתוך מקור">
            <a:extLst>
              <a:ext uri="{FF2B5EF4-FFF2-40B4-BE49-F238E27FC236}">
                <a16:creationId xmlns:a16="http://schemas.microsoft.com/office/drawing/2014/main" id="{D6AA19D1-E652-40C0-A236-0D4EF262EA27}"/>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הכרעה מתוך מקור</a:t>
            </a:r>
          </a:p>
        </p:txBody>
      </p:sp>
      <p:sp>
        <p:nvSpPr>
          <p:cNvPr id="2" name="editable-איזה משפט&#10;מסביר את השינוי?">
            <a:extLst>
              <a:ext uri="{FF2B5EF4-FFF2-40B4-BE49-F238E27FC236}">
                <a16:creationId xmlns:a16="http://schemas.microsoft.com/office/drawing/2014/main" id="{E0A952A5-5CF9-48A9-9052-BA234D5EF944}"/>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איזה משפט</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מסביר את השינוי?</a:t>
            </a:r>
          </a:p>
        </p:txBody>
      </p:sp>
      <p:sp>
        <p:nvSpPr>
          <p:cNvPr id="3" name="editable-הנוסח המלא בדף התרגול">
            <a:extLst>
              <a:ext uri="{FF2B5EF4-FFF2-40B4-BE49-F238E27FC236}">
                <a16:creationId xmlns:a16="http://schemas.microsoft.com/office/drawing/2014/main" id="{2C5E7652-10E8-49C5-9EEE-DA048F3784B7}"/>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10">
            <a:extLst>
              <a:ext uri="{FF2B5EF4-FFF2-40B4-BE49-F238E27FC236}">
                <a16:creationId xmlns:a16="http://schemas.microsoft.com/office/drawing/2014/main" id="{DD1FCFD2-EB51-4E8B-AB5D-3A64930CD99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a:t>
            </a:r>
          </a:p>
        </p:txBody>
      </p:sp>
      <p:sp>
        <p:nvSpPr>
          <p:cNvPr id="5" name="editable-35">
            <a:extLst>
              <a:ext uri="{FF2B5EF4-FFF2-40B4-BE49-F238E27FC236}">
                <a16:creationId xmlns:a16="http://schemas.microsoft.com/office/drawing/2014/main" id="{492A43E1-8C61-416C-8234-33716170265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110610173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5" name="editable-אין תשובה במקור">
            <a:extLst>
              <a:ext uri="{FF2B5EF4-FFF2-40B4-BE49-F238E27FC236}">
                <a16:creationId xmlns:a16="http://schemas.microsoft.com/office/drawing/2014/main" id="{52A4E12E-8CF7-4ED9-9EEB-9227EE29591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אין תשובה במקור</a:t>
            </a:r>
          </a:p>
        </p:txBody>
      </p:sp>
      <p:sp>
        <p:nvSpPr>
          <p:cNvPr id="2" name="editable-טלפון להרשמה?&#10;הוראות צום?">
            <a:extLst>
              <a:ext uri="{FF2B5EF4-FFF2-40B4-BE49-F238E27FC236}">
                <a16:creationId xmlns:a16="http://schemas.microsoft.com/office/drawing/2014/main" id="{D0C0695C-39F8-40B1-9D23-30A275AEB06E}"/>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טלפון להרשמה?</a:t>
            </a:r>
          </a:p>
          <a:p>
            <a:pPr algn="ctr" rtl="1">
              <a:defRPr sz="2700" b="0">
                <a:solidFill>
                  <a:srgbClr val="F7F8FC"/>
                </a:solidFill>
                <a:latin typeface="Arial"/>
                <a:ea typeface="Arial"/>
                <a:cs typeface="Arial"/>
              </a:defRPr>
            </a:pPr>
            <a:r>
              <a:rPr sz="3000" b="0">
                <a:solidFill>
                  <a:srgbClr val="F7F8FC"/>
                </a:solidFill>
                <a:latin typeface="Arial"/>
                <a:ea typeface="Arial"/>
                <a:cs typeface="Arial"/>
              </a:rPr>
              <a:t>הוראות צום?</a:t>
            </a:r>
          </a:p>
        </p:txBody>
      </p:sp>
      <p:sp>
        <p:nvSpPr>
          <p:cNvPr id="3" name="editable-P11">
            <a:extLst>
              <a:ext uri="{FF2B5EF4-FFF2-40B4-BE49-F238E27FC236}">
                <a16:creationId xmlns:a16="http://schemas.microsoft.com/office/drawing/2014/main" id="{6ED3BD4F-7075-46DD-92E1-D05B2C8006B3}"/>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B9C3CE"/>
                </a:solidFill>
                <a:latin typeface="Arial"/>
                <a:ea typeface="Arial"/>
                <a:cs typeface="Arial"/>
              </a:defRPr>
            </a:defPPr>
          </a:lstStyle>
          <a:p>
            <a:pPr algn="l">
              <a:defRPr sz="1575" b="0">
                <a:solidFill>
                  <a:srgbClr val="B9C3CE"/>
                </a:solidFill>
                <a:latin typeface="Arial"/>
                <a:ea typeface="Arial"/>
                <a:cs typeface="Arial"/>
              </a:defRPr>
            </a:pPr>
            <a:r>
              <a:rPr sz="1575" b="0">
                <a:solidFill>
                  <a:srgbClr val="B9C3CE"/>
                </a:solidFill>
                <a:latin typeface="Arial"/>
                <a:ea typeface="Arial"/>
                <a:cs typeface="Arial"/>
              </a:rPr>
              <a:t>P11</a:t>
            </a:r>
          </a:p>
        </p:txBody>
      </p:sp>
      <p:sp>
        <p:nvSpPr>
          <p:cNvPr id="4" name="editable-36">
            <a:extLst>
              <a:ext uri="{FF2B5EF4-FFF2-40B4-BE49-F238E27FC236}">
                <a16:creationId xmlns:a16="http://schemas.microsoft.com/office/drawing/2014/main" id="{69798A94-6E93-4080-AD40-7D41D83F577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36</a:t>
            </a:r>
          </a:p>
        </p:txBody>
      </p:sp>
    </p:spTree>
    <p:extLst>
      <p:ext uri="{BB962C8B-B14F-4D97-AF65-F5344CB8AC3E}">
        <p14:creationId xmlns:p14="http://schemas.microsoft.com/office/powerpoint/2010/main" val="55733492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47EFF02C-3889-42A4-9021-CCE2EDC636EB}"/>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9F525D94-9B72-4E67-8F55-C72E4229E536}"/>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E442C696-8455-4E42-84E6-CE777D3C58F9}"/>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46E9693A-E49F-4682-9645-2EE44BB02175}"/>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6DCC5B19-D0BB-41FA-9367-293BFA4365BB}"/>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4EA1394E-C692-4AE1-A71E-B1F2C6D7B2C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37">
            <a:extLst>
              <a:ext uri="{FF2B5EF4-FFF2-40B4-BE49-F238E27FC236}">
                <a16:creationId xmlns:a16="http://schemas.microsoft.com/office/drawing/2014/main" id="{C0060E5D-57ED-422A-8B69-F728D2E95A9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32252771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תשובה והמסמך">
            <a:extLst>
              <a:ext uri="{FF2B5EF4-FFF2-40B4-BE49-F238E27FC236}">
                <a16:creationId xmlns:a16="http://schemas.microsoft.com/office/drawing/2014/main" id="{98B4C298-E9E2-4BA1-BBE4-9D91FC8A7EC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התשובה והמסמך</a:t>
            </a:r>
          </a:p>
        </p:txBody>
      </p:sp>
      <p:sp>
        <p:nvSpPr>
          <p:cNvPr id="2" name="editable-ציטוט מדויק">
            <a:extLst>
              <a:ext uri="{FF2B5EF4-FFF2-40B4-BE49-F238E27FC236}">
                <a16:creationId xmlns:a16="http://schemas.microsoft.com/office/drawing/2014/main" id="{E0F6363B-7A4A-4047-8DA6-526B548AC831}"/>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ציטוט מדויק</a:t>
            </a:r>
          </a:p>
        </p:txBody>
      </p:sp>
      <p:sp>
        <p:nvSpPr>
          <p:cNvPr id="3" name="editable-גרסה מתאימה">
            <a:extLst>
              <a:ext uri="{FF2B5EF4-FFF2-40B4-BE49-F238E27FC236}">
                <a16:creationId xmlns:a16="http://schemas.microsoft.com/office/drawing/2014/main" id="{34F75ABB-DEEE-404A-A3DE-EF7A454FCAFA}"/>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גרסה מתאימה</a:t>
            </a:r>
          </a:p>
        </p:txBody>
      </p:sp>
      <p:sp>
        <p:nvSpPr>
          <p:cNvPr id="4" name="editable-חסר שמסומן">
            <a:extLst>
              <a:ext uri="{FF2B5EF4-FFF2-40B4-BE49-F238E27FC236}">
                <a16:creationId xmlns:a16="http://schemas.microsoft.com/office/drawing/2014/main" id="{9B70B934-DE9A-45DC-BFDF-FC1167D15894}"/>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חסר שמסומן</a:t>
            </a:r>
          </a:p>
        </p:txBody>
      </p:sp>
      <p:sp>
        <p:nvSpPr>
          <p:cNvPr id="5" name="editable-38">
            <a:extLst>
              <a:ext uri="{FF2B5EF4-FFF2-40B4-BE49-F238E27FC236}">
                <a16:creationId xmlns:a16="http://schemas.microsoft.com/office/drawing/2014/main" id="{2AE6C65C-7151-4BCD-A7E6-0123EB9CD96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p:txBody>
      </p:sp>
    </p:spTree>
    <p:extLst>
      <p:ext uri="{BB962C8B-B14F-4D97-AF65-F5344CB8AC3E}">
        <p14:creationId xmlns:p14="http://schemas.microsoft.com/office/powerpoint/2010/main" val="61300151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סוכן AI">
            <a:extLst>
              <a:ext uri="{FF2B5EF4-FFF2-40B4-BE49-F238E27FC236}">
                <a16:creationId xmlns:a16="http://schemas.microsoft.com/office/drawing/2014/main" id="{2A620D73-8EB8-4B5D-815C-470031ED649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סוכן AI</a:t>
            </a:r>
          </a:p>
        </p:txBody>
      </p:sp>
      <p:sp>
        <p:nvSpPr>
          <p:cNvPr id="2" name="editable-מטרה אחת&#10;כמה צעדי עבודה">
            <a:extLst>
              <a:ext uri="{FF2B5EF4-FFF2-40B4-BE49-F238E27FC236}">
                <a16:creationId xmlns:a16="http://schemas.microsoft.com/office/drawing/2014/main" id="{F50F0A67-86D4-4BB3-AF00-F0AC1D735A96}"/>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מטרה אחת</a:t>
            </a:r>
          </a:p>
          <a:p>
            <a:pPr algn="ctr" rtl="1">
              <a:defRPr sz="2700" b="0">
                <a:solidFill>
                  <a:srgbClr val="F7F8FC"/>
                </a:solidFill>
                <a:latin typeface="Arial"/>
                <a:ea typeface="Arial"/>
                <a:cs typeface="Arial"/>
              </a:defRPr>
            </a:pPr>
            <a:r>
              <a:rPr sz="3000" b="0">
                <a:solidFill>
                  <a:srgbClr val="F7F8FC"/>
                </a:solidFill>
                <a:latin typeface="Arial"/>
                <a:ea typeface="Arial"/>
                <a:cs typeface="Arial"/>
              </a:rPr>
              <a:t>כמה צעדי עבודה</a:t>
            </a:r>
          </a:p>
        </p:txBody>
      </p:sp>
      <p:sp>
        <p:nvSpPr>
          <p:cNvPr id="3" name="editable-39">
            <a:extLst>
              <a:ext uri="{FF2B5EF4-FFF2-40B4-BE49-F238E27FC236}">
                <a16:creationId xmlns:a16="http://schemas.microsoft.com/office/drawing/2014/main" id="{2E7C39A6-1539-4AA0-80E0-056629C2E65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39</a:t>
            </a:r>
          </a:p>
        </p:txBody>
      </p:sp>
    </p:spTree>
    <p:extLst>
      <p:ext uri="{BB962C8B-B14F-4D97-AF65-F5344CB8AC3E}">
        <p14:creationId xmlns:p14="http://schemas.microsoft.com/office/powerpoint/2010/main" val="23936344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Manus">
            <a:extLst>
              <a:ext uri="{FF2B5EF4-FFF2-40B4-BE49-F238E27FC236}">
                <a16:creationId xmlns:a16="http://schemas.microsoft.com/office/drawing/2014/main" id="{F447B895-669C-4E61-B68D-21EB428DF575}"/>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Manus</a:t>
            </a:r>
          </a:p>
        </p:txBody>
      </p:sp>
      <p:sp>
        <p:nvSpPr>
          <p:cNvPr id="2" name="editable-משימת היערכות ליום הדרכה">
            <a:extLst>
              <a:ext uri="{FF2B5EF4-FFF2-40B4-BE49-F238E27FC236}">
                <a16:creationId xmlns:a16="http://schemas.microsoft.com/office/drawing/2014/main" id="{FF20CF1B-92C9-4B0D-9B02-86C475235084}"/>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DC77B81C-ADE5-46C8-A8D9-3D539D330E69}"/>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049904C1-F948-4E8A-AECD-C01ACCDC29A6}"/>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2FB6FACD-F96B-4868-B6DA-A2BD3CE34F70}"/>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40">
            <a:extLst>
              <a:ext uri="{FF2B5EF4-FFF2-40B4-BE49-F238E27FC236}">
                <a16:creationId xmlns:a16="http://schemas.microsoft.com/office/drawing/2014/main" id="{FBBFC31F-57EC-4B1B-966C-0D138028CE5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40</a:t>
            </a:r>
          </a:p>
        </p:txBody>
      </p:sp>
    </p:spTree>
    <p:extLst>
      <p:ext uri="{BB962C8B-B14F-4D97-AF65-F5344CB8AC3E}">
        <p14:creationId xmlns:p14="http://schemas.microsoft.com/office/powerpoint/2010/main" val="100253022"/>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FA7B1108-D1EB-4D27-906E-205D5C957B8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25AD604D-8C9A-4335-B2AE-F0C0952DAA9E}"/>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27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41">
            <a:extLst>
              <a:ext uri="{FF2B5EF4-FFF2-40B4-BE49-F238E27FC236}">
                <a16:creationId xmlns:a16="http://schemas.microsoft.com/office/drawing/2014/main" id="{92A004F3-292C-446A-BB8D-8E11957CFCF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41</a:t>
            </a:r>
          </a:p>
        </p:txBody>
      </p:sp>
    </p:spTree>
    <p:extLst>
      <p:ext uri="{BB962C8B-B14F-4D97-AF65-F5344CB8AC3E}">
        <p14:creationId xmlns:p14="http://schemas.microsoft.com/office/powerpoint/2010/main" val="1672873167"/>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AD7D248B-81CA-4D67-AC0C-D846694CD05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2DB27985-2F52-4663-B466-F4DB0263C8BE}"/>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D6B070A3-5BD5-4DC9-9304-01CB4FB7A06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רשימת בדיקות&#10;אחריות&#10;טיוטת הודעה">
            <a:extLst>
              <a:ext uri="{FF2B5EF4-FFF2-40B4-BE49-F238E27FC236}">
                <a16:creationId xmlns:a16="http://schemas.microsoft.com/office/drawing/2014/main" id="{2A15D781-C378-428B-9D20-27BAAC6140B5}"/>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850" b="0">
                <a:solidFill>
                  <a:srgbClr val="7A59BC"/>
                </a:solidFill>
                <a:latin typeface="Arial"/>
                <a:ea typeface="Arial"/>
                <a:cs typeface="Arial"/>
              </a:rPr>
              <a:t>רשימת בדיקות</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אחריות</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טיוטת הודעה</a:t>
            </a:r>
          </a:p>
        </p:txBody>
      </p:sp>
      <p:sp>
        <p:nvSpPr>
          <p:cNvPr id="5" name="editable-הפרומפט המלא בדף התרגול">
            <a:extLst>
              <a:ext uri="{FF2B5EF4-FFF2-40B4-BE49-F238E27FC236}">
                <a16:creationId xmlns:a16="http://schemas.microsoft.com/office/drawing/2014/main" id="{3620B63C-0CC9-42AB-81E8-F79DD81BDFBD}"/>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a:extLst>
              <a:ext uri="{FF2B5EF4-FFF2-40B4-BE49-F238E27FC236}">
                <a16:creationId xmlns:a16="http://schemas.microsoft.com/office/drawing/2014/main" id="{C6046E28-8C31-432E-B819-DA519BD64F7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7" name="editable-42">
            <a:extLst>
              <a:ext uri="{FF2B5EF4-FFF2-40B4-BE49-F238E27FC236}">
                <a16:creationId xmlns:a16="http://schemas.microsoft.com/office/drawing/2014/main" id="{EBF1935F-E9DB-45F6-82E6-608AFB03BE2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42</a:t>
            </a:r>
          </a:p>
        </p:txBody>
      </p:sp>
    </p:spTree>
    <p:extLst>
      <p:ext uri="{BB962C8B-B14F-4D97-AF65-F5344CB8AC3E}">
        <p14:creationId xmlns:p14="http://schemas.microsoft.com/office/powerpoint/2010/main" val="2061802296"/>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3">
            <a:extLst>
              <a:ext uri="{FF2B5EF4-FFF2-40B4-BE49-F238E27FC236}">
                <a16:creationId xmlns:a16="http://schemas.microsoft.com/office/drawing/2014/main" id="{0C78462D-3152-4146-B0DD-D4B39C2FCCE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13</a:t>
            </a:r>
          </a:p>
        </p:txBody>
      </p:sp>
      <p:sp>
        <p:nvSpPr>
          <p:cNvPr id="2" name="editable-דקות">
            <a:extLst>
              <a:ext uri="{FF2B5EF4-FFF2-40B4-BE49-F238E27FC236}">
                <a16:creationId xmlns:a16="http://schemas.microsoft.com/office/drawing/2014/main" id="{936C2300-6A44-4144-91B9-AC7DEFD151D8}"/>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מסכם&#10;הודעה מעודכנת">
            <a:extLst>
              <a:ext uri="{FF2B5EF4-FFF2-40B4-BE49-F238E27FC236}">
                <a16:creationId xmlns:a16="http://schemas.microsoft.com/office/drawing/2014/main" id="{CAA92808-6617-4268-BE3C-0EF30EBAFA81}"/>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מסכם</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הודעה מעודכנת</a:t>
            </a:r>
          </a:p>
        </p:txBody>
      </p:sp>
      <p:sp>
        <p:nvSpPr>
          <p:cNvPr id="4" name="editable-מקור א וב&#10;טיוטה&#10;בדיקת עמית">
            <a:extLst>
              <a:ext uri="{FF2B5EF4-FFF2-40B4-BE49-F238E27FC236}">
                <a16:creationId xmlns:a16="http://schemas.microsoft.com/office/drawing/2014/main" id="{643F392A-7EE0-43C4-A05C-E949EBAB0AE8}"/>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850" b="0">
                <a:solidFill>
                  <a:srgbClr val="7A59BC"/>
                </a:solidFill>
                <a:latin typeface="Arial"/>
                <a:ea typeface="Arial"/>
                <a:cs typeface="Arial"/>
              </a:rPr>
              <a:t>מקור א וב</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טיוטה</a:t>
            </a:r>
          </a:p>
          <a:p>
            <a:pPr algn="r" rtl="1">
              <a:defRPr sz="2625" b="0">
                <a:solidFill>
                  <a:srgbClr val="7A59BC"/>
                </a:solidFill>
                <a:latin typeface="Arial"/>
                <a:ea typeface="Arial"/>
                <a:cs typeface="Arial"/>
              </a:defRPr>
            </a:pPr>
            <a:r>
              <a:rPr sz="2850" b="0">
                <a:solidFill>
                  <a:srgbClr val="7A59BC"/>
                </a:solidFill>
                <a:latin typeface="Arial"/>
                <a:ea typeface="Arial"/>
                <a:cs typeface="Arial"/>
              </a:rPr>
              <a:t>בדיקת עמית</a:t>
            </a:r>
          </a:p>
        </p:txBody>
      </p:sp>
      <p:sp>
        <p:nvSpPr>
          <p:cNvPr id="5" name="editable-הפרומפט המלא בדף התרגול">
            <a:extLst>
              <a:ext uri="{FF2B5EF4-FFF2-40B4-BE49-F238E27FC236}">
                <a16:creationId xmlns:a16="http://schemas.microsoft.com/office/drawing/2014/main" id="{96C30FB0-8A6C-467A-A359-B3A77C5E8A99}"/>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4">
            <a:extLst>
              <a:ext uri="{FF2B5EF4-FFF2-40B4-BE49-F238E27FC236}">
                <a16:creationId xmlns:a16="http://schemas.microsoft.com/office/drawing/2014/main" id="{6869A38D-A99F-4706-A8A3-42344722B4E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P14</a:t>
            </a:r>
          </a:p>
        </p:txBody>
      </p:sp>
      <p:sp>
        <p:nvSpPr>
          <p:cNvPr id="7" name="editable-43">
            <a:extLst>
              <a:ext uri="{FF2B5EF4-FFF2-40B4-BE49-F238E27FC236}">
                <a16:creationId xmlns:a16="http://schemas.microsoft.com/office/drawing/2014/main" id="{A8F58B67-4A68-43BA-841E-2C96F936E03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43</a:t>
            </a:r>
          </a:p>
        </p:txBody>
      </p:sp>
    </p:spTree>
    <p:extLst>
      <p:ext uri="{BB962C8B-B14F-4D97-AF65-F5344CB8AC3E}">
        <p14:creationId xmlns:p14="http://schemas.microsoft.com/office/powerpoint/2010/main" val="11324601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הבדיקה שלכם">
            <a:extLst>
              <a:ext uri="{FF2B5EF4-FFF2-40B4-BE49-F238E27FC236}">
                <a16:creationId xmlns:a16="http://schemas.microsoft.com/office/drawing/2014/main" id="{C85DD667-923D-4851-B164-4BCB17CC859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הבדיקה שלכם</a:t>
            </a:r>
          </a:p>
        </p:txBody>
      </p:sp>
      <p:sp>
        <p:nvSpPr>
          <p:cNvPr id="2" name="editable-09:30&#10;חדר 3&#10;הגעה 09:15">
            <a:extLst>
              <a:ext uri="{FF2B5EF4-FFF2-40B4-BE49-F238E27FC236}">
                <a16:creationId xmlns:a16="http://schemas.microsoft.com/office/drawing/2014/main" id="{423B2B77-B77A-4F49-8DBE-EEACF471C255}"/>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3600" b="0">
                <a:solidFill>
                  <a:srgbClr val="191B2B"/>
                </a:solidFill>
                <a:latin typeface="Arial"/>
                <a:ea typeface="Arial"/>
                <a:cs typeface="Arial"/>
              </a:rPr>
              <a:t>09:30</a:t>
            </a:r>
          </a:p>
          <a:p>
            <a:pPr algn="ctr" rtl="1">
              <a:defRPr sz="2700" b="0">
                <a:solidFill>
                  <a:srgbClr val="191B2B"/>
                </a:solidFill>
                <a:latin typeface="Arial"/>
                <a:ea typeface="Arial"/>
                <a:cs typeface="Arial"/>
              </a:defRPr>
            </a:pPr>
            <a:r>
              <a:rPr sz="3600" b="0">
                <a:solidFill>
                  <a:srgbClr val="191B2B"/>
                </a:solidFill>
                <a:latin typeface="Arial"/>
                <a:ea typeface="Arial"/>
                <a:cs typeface="Arial"/>
              </a:rPr>
              <a:t>חדר 3</a:t>
            </a:r>
          </a:p>
          <a:p>
            <a:pPr algn="ctr" rtl="1">
              <a:defRPr sz="2700" b="0">
                <a:solidFill>
                  <a:srgbClr val="191B2B"/>
                </a:solidFill>
                <a:latin typeface="Arial"/>
                <a:ea typeface="Arial"/>
                <a:cs typeface="Arial"/>
              </a:defRPr>
            </a:pPr>
            <a:r>
              <a:rPr sz="3600" b="0">
                <a:solidFill>
                  <a:srgbClr val="191B2B"/>
                </a:solidFill>
                <a:latin typeface="Arial"/>
                <a:ea typeface="Arial"/>
                <a:cs typeface="Arial"/>
              </a:rPr>
              <a:t>הגעה 09:15</a:t>
            </a:r>
          </a:p>
        </p:txBody>
      </p:sp>
      <p:sp>
        <p:nvSpPr>
          <p:cNvPr id="3" name="editable-44">
            <a:extLst>
              <a:ext uri="{FF2B5EF4-FFF2-40B4-BE49-F238E27FC236}">
                <a16:creationId xmlns:a16="http://schemas.microsoft.com/office/drawing/2014/main" id="{FEA84F0D-C74C-431F-979E-4905ADA76A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44</a:t>
            </a:r>
          </a:p>
        </p:txBody>
      </p:sp>
    </p:spTree>
    <p:extLst>
      <p:ext uri="{BB962C8B-B14F-4D97-AF65-F5344CB8AC3E}">
        <p14:creationId xmlns:p14="http://schemas.microsoft.com/office/powerpoint/2010/main" val="106685709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ה תיקנתם&#10;לפני השימוש?">
            <a:extLst>
              <a:ext uri="{FF2B5EF4-FFF2-40B4-BE49-F238E27FC236}">
                <a16:creationId xmlns:a16="http://schemas.microsoft.com/office/drawing/2014/main" id="{4D09BCD4-46A2-4466-BE40-95A35AE81A98}"/>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תיקנתם</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לפני השימוש?</a:t>
            </a:r>
          </a:p>
        </p:txBody>
      </p:sp>
      <p:sp>
        <p:nvSpPr>
          <p:cNvPr id="2" name="editable-שינוי אחד שמנע טעות">
            <a:extLst>
              <a:ext uri="{FF2B5EF4-FFF2-40B4-BE49-F238E27FC236}">
                <a16:creationId xmlns:a16="http://schemas.microsoft.com/office/drawing/2014/main" id="{C7697A22-4086-475A-9086-34658B1458A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3000" b="0">
                <a:solidFill>
                  <a:srgbClr val="191B2B"/>
                </a:solidFill>
                <a:latin typeface="Arial"/>
                <a:ea typeface="Arial"/>
                <a:cs typeface="Arial"/>
              </a:rPr>
              <a:t>שינוי אחד שמנע טעות</a:t>
            </a:r>
          </a:p>
        </p:txBody>
      </p:sp>
      <p:sp>
        <p:nvSpPr>
          <p:cNvPr id="3" name="editable-45">
            <a:extLst>
              <a:ext uri="{FF2B5EF4-FFF2-40B4-BE49-F238E27FC236}">
                <a16:creationId xmlns:a16="http://schemas.microsoft.com/office/drawing/2014/main" id="{2594E06D-5AF4-4D89-90DF-FAD35018DB7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45</a:t>
            </a:r>
          </a:p>
        </p:txBody>
      </p:sp>
    </p:spTree>
    <p:extLst>
      <p:ext uri="{BB962C8B-B14F-4D97-AF65-F5344CB8AC3E}">
        <p14:creationId xmlns:p14="http://schemas.microsoft.com/office/powerpoint/2010/main" val="5748414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הכלי לפי המשימה">
            <a:extLst>
              <a:ext uri="{FF2B5EF4-FFF2-40B4-BE49-F238E27FC236}">
                <a16:creationId xmlns:a16="http://schemas.microsoft.com/office/drawing/2014/main" id="{250623E3-E218-4FDF-80D3-A4CE56DF079D}"/>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הכלי לפי המשימה</a:t>
            </a:r>
          </a:p>
        </p:txBody>
      </p:sp>
      <p:sp>
        <p:nvSpPr>
          <p:cNvPr id="2" name="editable-שיחה וניסוח">
            <a:extLst>
              <a:ext uri="{FF2B5EF4-FFF2-40B4-BE49-F238E27FC236}">
                <a16:creationId xmlns:a16="http://schemas.microsoft.com/office/drawing/2014/main" id="{F5D552F3-BD07-46FD-BF92-B0CE25394214}"/>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150" b="0">
                <a:solidFill>
                  <a:srgbClr val="7A59BC"/>
                </a:solidFill>
                <a:latin typeface="Arial"/>
                <a:ea typeface="Arial"/>
                <a:cs typeface="Arial"/>
              </a:rPr>
              <a:t>שיחה וניסוח</a:t>
            </a:r>
          </a:p>
        </p:txBody>
      </p:sp>
      <p:sp>
        <p:nvSpPr>
          <p:cNvPr id="3" name="editable-חיפוש ובדיקת מקור">
            <a:extLst>
              <a:ext uri="{FF2B5EF4-FFF2-40B4-BE49-F238E27FC236}">
                <a16:creationId xmlns:a16="http://schemas.microsoft.com/office/drawing/2014/main" id="{72992D34-9D04-4344-9D40-8B176A463A28}"/>
              </a:ext>
            </a:extLst>
          </p:cNvPr>
          <p:cNvSpPr>
            <a:spLocks noGrp="1"/>
          </p:cNvSpPr>
          <p:nvPr/>
        </p:nvSpPr>
        <p:spPr>
          <a:xfrm>
            <a:off x="857250" y="3009900"/>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חיפוש ובדיקת מקור</a:t>
            </a:r>
          </a:p>
        </p:txBody>
      </p:sp>
      <p:sp>
        <p:nvSpPr>
          <p:cNvPr id="4" name="editable-עבודה על מסמכים">
            <a:extLst>
              <a:ext uri="{FF2B5EF4-FFF2-40B4-BE49-F238E27FC236}">
                <a16:creationId xmlns:a16="http://schemas.microsoft.com/office/drawing/2014/main" id="{2DD40241-CC1F-4F5C-844C-A6885DDC65C9}"/>
              </a:ext>
            </a:extLst>
          </p:cNvPr>
          <p:cNvSpPr>
            <a:spLocks noGrp="1"/>
          </p:cNvSpPr>
          <p:nvPr/>
        </p:nvSpPr>
        <p:spPr>
          <a:xfrm>
            <a:off x="857250" y="3876675"/>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עבודה על מסמכים</a:t>
            </a:r>
          </a:p>
        </p:txBody>
      </p:sp>
      <p:sp>
        <p:nvSpPr>
          <p:cNvPr id="5" name="editable-משימה רב־שלבית">
            <a:extLst>
              <a:ext uri="{FF2B5EF4-FFF2-40B4-BE49-F238E27FC236}">
                <a16:creationId xmlns:a16="http://schemas.microsoft.com/office/drawing/2014/main" id="{85354421-002D-4328-AA64-959E121C0E5D}"/>
              </a:ext>
            </a:extLst>
          </p:cNvPr>
          <p:cNvSpPr>
            <a:spLocks noGrp="1"/>
          </p:cNvSpPr>
          <p:nvPr/>
        </p:nvSpPr>
        <p:spPr>
          <a:xfrm>
            <a:off x="857250" y="4743450"/>
            <a:ext cx="10477500" cy="7239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150" b="0">
                <a:solidFill>
                  <a:srgbClr val="191B2B"/>
                </a:solidFill>
                <a:latin typeface="Arial"/>
                <a:ea typeface="Arial"/>
                <a:cs typeface="Arial"/>
              </a:rPr>
              <a:t>משימה רב־שלבית</a:t>
            </a:r>
          </a:p>
        </p:txBody>
      </p:sp>
      <p:sp>
        <p:nvSpPr>
          <p:cNvPr id="6" name="editable-46">
            <a:extLst>
              <a:ext uri="{FF2B5EF4-FFF2-40B4-BE49-F238E27FC236}">
                <a16:creationId xmlns:a16="http://schemas.microsoft.com/office/drawing/2014/main" id="{ABE4BADE-8AB5-49AE-8C8E-6270853520C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46</a:t>
            </a:r>
          </a:p>
        </p:txBody>
      </p:sp>
    </p:spTree>
    <p:extLst>
      <p:ext uri="{BB962C8B-B14F-4D97-AF65-F5344CB8AC3E}">
        <p14:creationId xmlns:p14="http://schemas.microsoft.com/office/powerpoint/2010/main" val="194688270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accel="50000" decel="5000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28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FEECB0F8-D4EF-472D-AD08-7FBB49053C26}"/>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1C08E1C5-CE0E-4B1B-B4E4-60E178F7950B}"/>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27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47">
            <a:extLst>
              <a:ext uri="{FF2B5EF4-FFF2-40B4-BE49-F238E27FC236}">
                <a16:creationId xmlns:a16="http://schemas.microsoft.com/office/drawing/2014/main" id="{B8420674-E55D-4198-AC44-EF8FC3774E7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47</a:t>
            </a:r>
          </a:p>
        </p:txBody>
      </p:sp>
    </p:spTree>
    <p:extLst>
      <p:ext uri="{BB962C8B-B14F-4D97-AF65-F5344CB8AC3E}">
        <p14:creationId xmlns:p14="http://schemas.microsoft.com/office/powerpoint/2010/main" val="84289677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F93FC24B-32F0-4361-9F77-53038E41C9A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DEC65E2C-D7D1-4DC4-BE14-F9BF182417D1}"/>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1916C57F-577D-4A46-A2E2-8D9FB2C3AC09}"/>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E4E78EFD-37BC-4E11-8826-777B33EDF994}"/>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D550F113-C8C6-4527-907D-7FDF8D28C6D1}"/>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48">
            <a:extLst>
              <a:ext uri="{FF2B5EF4-FFF2-40B4-BE49-F238E27FC236}">
                <a16:creationId xmlns:a16="http://schemas.microsoft.com/office/drawing/2014/main" id="{FDA93FFE-9666-4643-B1CD-5E717A10C54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48</a:t>
            </a:r>
          </a:p>
        </p:txBody>
      </p:sp>
    </p:spTree>
    <p:extLst>
      <p:ext uri="{BB962C8B-B14F-4D97-AF65-F5344CB8AC3E}">
        <p14:creationId xmlns:p14="http://schemas.microsoft.com/office/powerpoint/2010/main" val="172277536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1216</TotalTime>
  <Words>13007</Words>
  <Application>Microsoft Office PowerPoint</Application>
  <DocSecurity>0</DocSecurity>
  <PresentationFormat>מסך רחב</PresentationFormat>
  <Paragraphs>965</Paragraphs>
  <Slides>48</Slides>
  <Notes>48</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48</vt:i4>
      </vt:variant>
    </vt:vector>
  </HeadingPairs>
  <TitlesOfParts>
    <vt:vector size="51"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4</cp:revision>
  <dcterms:created xsi:type="dcterms:W3CDTF">2026-10-12T16:39:06Z</dcterms:created>
  <dcterms:modified xsi:type="dcterms:W3CDTF">2026-10-13T17:35:35Z</dcterms:modified>
</cp:coreProperties>
</file>